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16" r:id="rId4"/>
    <p:sldMasterId id="2147483830" r:id="rId5"/>
    <p:sldMasterId id="2147484017" r:id="rId6"/>
    <p:sldMasterId id="2147484025" r:id="rId7"/>
  </p:sldMasterIdLst>
  <p:notesMasterIdLst>
    <p:notesMasterId r:id="rId14"/>
  </p:notesMasterIdLst>
  <p:handoutMasterIdLst>
    <p:handoutMasterId r:id="rId15"/>
  </p:handoutMasterIdLst>
  <p:sldIdLst>
    <p:sldId id="257" r:id="rId8"/>
    <p:sldId id="2147483170" r:id="rId9"/>
    <p:sldId id="2147483172" r:id="rId10"/>
    <p:sldId id="2147483174" r:id="rId11"/>
    <p:sldId id="2147483173" r:id="rId12"/>
    <p:sldId id="2147483175" r:id="rId13"/>
  </p:sldIdLst>
  <p:sldSz cx="9144000" cy="5143500" type="screen16x9"/>
  <p:notesSz cx="6858000" cy="9144000"/>
  <p:embeddedFontLst>
    <p:embeddedFont>
      <p:font typeface="Aptos Light" panose="020B0004020202020204" pitchFamily="34" charset="0"/>
      <p:regular r:id="rId16"/>
      <p:italic r:id="rId16"/>
    </p:embeddedFont>
    <p:embeddedFont>
      <p:font typeface="Fira Sans" panose="020B0503050000020004" pitchFamily="34" charset="0"/>
      <p:regular r:id="rId16"/>
      <p:bold r:id="rId16"/>
      <p:italic r:id="rId16"/>
      <p:boldItalic r:id="rId16"/>
    </p:embeddedFont>
    <p:embeddedFont>
      <p:font typeface="Fira Sans ExtraLight" panose="020B0403050000020004" pitchFamily="34" charset="0"/>
      <p:regular r:id="rId17"/>
      <p:italic r:id="rId18"/>
    </p:embeddedFont>
    <p:embeddedFont>
      <p:font typeface="Fira Sans Light" panose="020B0403050000020004" pitchFamily="34" charset="0"/>
      <p:regular r:id="rId16"/>
      <p:italic r:id="rId16"/>
    </p:embeddedFont>
  </p:embeddedFontLst>
  <p:defaultTextStyle>
    <a:defPPr>
      <a:defRPr lang="en-US"/>
    </a:defPPr>
    <a:lvl1pPr marL="0" algn="l" defTabSz="171450" rtl="0" eaLnBrk="1" latinLnBrk="0" hangingPunct="1">
      <a:defRPr sz="675" kern="1200">
        <a:solidFill>
          <a:schemeClr val="tx1"/>
        </a:solidFill>
        <a:latin typeface="+mn-lt"/>
        <a:ea typeface="+mn-ea"/>
        <a:cs typeface="+mn-cs"/>
      </a:defRPr>
    </a:lvl1pPr>
    <a:lvl2pPr marL="171450" algn="l" defTabSz="171450" rtl="0" eaLnBrk="1" latinLnBrk="0" hangingPunct="1">
      <a:defRPr sz="675" kern="1200">
        <a:solidFill>
          <a:schemeClr val="tx1"/>
        </a:solidFill>
        <a:latin typeface="+mn-lt"/>
        <a:ea typeface="+mn-ea"/>
        <a:cs typeface="+mn-cs"/>
      </a:defRPr>
    </a:lvl2pPr>
    <a:lvl3pPr marL="342900" algn="l" defTabSz="171450" rtl="0" eaLnBrk="1" latinLnBrk="0" hangingPunct="1">
      <a:defRPr sz="675" kern="1200">
        <a:solidFill>
          <a:schemeClr val="tx1"/>
        </a:solidFill>
        <a:latin typeface="+mn-lt"/>
        <a:ea typeface="+mn-ea"/>
        <a:cs typeface="+mn-cs"/>
      </a:defRPr>
    </a:lvl3pPr>
    <a:lvl4pPr marL="514350" algn="l" defTabSz="171450" rtl="0" eaLnBrk="1" latinLnBrk="0" hangingPunct="1">
      <a:defRPr sz="675" kern="1200">
        <a:solidFill>
          <a:schemeClr val="tx1"/>
        </a:solidFill>
        <a:latin typeface="+mn-lt"/>
        <a:ea typeface="+mn-ea"/>
        <a:cs typeface="+mn-cs"/>
      </a:defRPr>
    </a:lvl4pPr>
    <a:lvl5pPr marL="685800" algn="l" defTabSz="171450" rtl="0" eaLnBrk="1" latinLnBrk="0" hangingPunct="1">
      <a:defRPr sz="675" kern="1200">
        <a:solidFill>
          <a:schemeClr val="tx1"/>
        </a:solidFill>
        <a:latin typeface="+mn-lt"/>
        <a:ea typeface="+mn-ea"/>
        <a:cs typeface="+mn-cs"/>
      </a:defRPr>
    </a:lvl5pPr>
    <a:lvl6pPr marL="857250" algn="l" defTabSz="171450" rtl="0" eaLnBrk="1" latinLnBrk="0" hangingPunct="1">
      <a:defRPr sz="675" kern="1200">
        <a:solidFill>
          <a:schemeClr val="tx1"/>
        </a:solidFill>
        <a:latin typeface="+mn-lt"/>
        <a:ea typeface="+mn-ea"/>
        <a:cs typeface="+mn-cs"/>
      </a:defRPr>
    </a:lvl6pPr>
    <a:lvl7pPr marL="1028700" algn="l" defTabSz="171450" rtl="0" eaLnBrk="1" latinLnBrk="0" hangingPunct="1">
      <a:defRPr sz="675" kern="1200">
        <a:solidFill>
          <a:schemeClr val="tx1"/>
        </a:solidFill>
        <a:latin typeface="+mn-lt"/>
        <a:ea typeface="+mn-ea"/>
        <a:cs typeface="+mn-cs"/>
      </a:defRPr>
    </a:lvl7pPr>
    <a:lvl8pPr marL="1200150" algn="l" defTabSz="171450" rtl="0" eaLnBrk="1" latinLnBrk="0" hangingPunct="1">
      <a:defRPr sz="675" kern="1200">
        <a:solidFill>
          <a:schemeClr val="tx1"/>
        </a:solidFill>
        <a:latin typeface="+mn-lt"/>
        <a:ea typeface="+mn-ea"/>
        <a:cs typeface="+mn-cs"/>
      </a:defRPr>
    </a:lvl8pPr>
    <a:lvl9pPr marL="1371600" algn="l" defTabSz="171450" rtl="0" eaLnBrk="1" latinLnBrk="0" hangingPunct="1">
      <a:defRPr sz="675"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Breaker Layouts" id="{4AE7326D-D6F2-440D-9A41-85E2343213A5}">
          <p14:sldIdLst>
            <p14:sldId id="257"/>
          </p14:sldIdLst>
        </p14:section>
        <p14:section name="Content Slides" id="{846C7ABD-83F7-4BA2-BD1F-579980DED47E}">
          <p14:sldIdLst>
            <p14:sldId id="2147483170"/>
          </p14:sldIdLst>
        </p14:section>
        <p14:section name="Product Internals" id="{B630B3D1-8D9A-47F8-8DB1-BBBF92E544BD}">
          <p14:sldIdLst>
            <p14:sldId id="2147483172"/>
            <p14:sldId id="2147483174"/>
            <p14:sldId id="2147483173"/>
            <p14:sldId id="2147483175"/>
          </p14:sldIdLst>
        </p14:section>
        <p14:section name="Scratch" id="{D44AC8A6-7206-0A48-AF92-B9D08B62842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Kim Wright" initials="KW" lastIdx="3" clrIdx="1">
    <p:extLst>
      <p:ext uri="{19B8F6BF-5375-455C-9EA6-DF929625EA0E}">
        <p15:presenceInfo xmlns:p15="http://schemas.microsoft.com/office/powerpoint/2012/main" userId="S::kim.wright@rackspace.com::c351f5f5-0fc6-4393-8dd9-32c853090481" providerId="AD"/>
      </p:ext>
    </p:extLst>
  </p:cmAuthor>
  <p:cmAuthor id="3" name="Bryan Litchford" initials="BL" lastIdx="8" clrIdx="2">
    <p:extLst>
      <p:ext uri="{19B8F6BF-5375-455C-9EA6-DF929625EA0E}">
        <p15:presenceInfo xmlns:p15="http://schemas.microsoft.com/office/powerpoint/2012/main" userId="S::bryan.litchford@RACKSPACE.COM::6b8fdd76-1a15-416d-b17a-1f037fa14fa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10"/>
    <p:restoredTop sz="94560"/>
  </p:normalViewPr>
  <p:slideViewPr>
    <p:cSldViewPr snapToGrid="0">
      <p:cViewPr varScale="1">
        <p:scale>
          <a:sx n="263" d="100"/>
          <a:sy n="263" d="100"/>
        </p:scale>
        <p:origin x="494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notesMaster" Target="notesMasters/notesMaster1.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10/2/2026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941AB6-8DCA-40B8-B06C-283486145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0DA6C-0510-45D0-8510-74AF9D91696C}"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0" y="8793270"/>
            <a:ext cx="2971800" cy="350730"/>
          </a:xfrm>
          <a:prstGeom prst="rect">
            <a:avLst/>
          </a:prstGeom>
        </p:spPr>
        <p:txBody>
          <a:bodyPr vert="horz" lIns="91440" tIns="45720" rIns="91440" bIns="45720" rtlCol="0" anchor="t" anchorCtr="0"/>
          <a:lstStyle>
            <a:lvl1pPr algn="l">
              <a:defRPr sz="1000"/>
            </a:lvl1pPr>
          </a:lstStyle>
          <a:p>
            <a:fld id="{94C1FFEF-7AA5-49AA-AC58-7D6786C64E8F}" type="datetimeFigureOut">
              <a:rPr lang="en-US" smtClean="0"/>
              <a:pPr/>
              <a:t>10/2/2026</a:t>
            </a:fld>
            <a:endParaRPr lang="en-US"/>
          </a:p>
        </p:txBody>
      </p:sp>
      <p:sp>
        <p:nvSpPr>
          <p:cNvPr id="4" name="Slide Image Placeholder 3"/>
          <p:cNvSpPr>
            <a:spLocks noGrp="1" noRot="1" noChangeAspect="1"/>
          </p:cNvSpPr>
          <p:nvPr>
            <p:ph type="sldImg" idx="2"/>
          </p:nvPr>
        </p:nvSpPr>
        <p:spPr>
          <a:xfrm>
            <a:off x="990600" y="349250"/>
            <a:ext cx="4876800" cy="2743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04800" y="3344449"/>
            <a:ext cx="6248400" cy="527345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884613" y="8793271"/>
            <a:ext cx="2971800" cy="350729"/>
          </a:xfrm>
          <a:prstGeom prst="rect">
            <a:avLst/>
          </a:prstGeom>
        </p:spPr>
        <p:txBody>
          <a:bodyPr vert="horz" lIns="91440" tIns="45720" rIns="91440" bIns="45720" rtlCol="0" anchor="t" anchorCtr="0"/>
          <a:lstStyle>
            <a:lvl1pPr algn="r">
              <a:defRPr sz="1000"/>
            </a:lvl1pPr>
          </a:lstStyle>
          <a:p>
            <a:fld id="{743F7EE4-7D84-4D77-B4B2-0C966043B366}" type="slidenum">
              <a:rPr lang="en-US" smtClean="0"/>
              <a:pPr/>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Aptos Light" panose="020B0004020202020204" pitchFamily="34" charset="0"/>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Aptos Light" panose="020B0004020202020204" pitchFamily="34" charset="0"/>
              <a:ea typeface="+mn-ea"/>
              <a:cs typeface="+mn-cs"/>
            </a:endParaRPr>
          </a:p>
        </p:txBody>
      </p:sp>
    </p:spTree>
    <p:extLst>
      <p:ext uri="{BB962C8B-B14F-4D97-AF65-F5344CB8AC3E}">
        <p14:creationId xmlns:p14="http://schemas.microsoft.com/office/powerpoint/2010/main" val="945487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BFFB9-28A7-2ECB-EE63-EA2976DB7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64537-BD7F-4811-2421-89827C59B701}"/>
              </a:ext>
            </a:extLst>
          </p:cNvPr>
          <p:cNvSpPr>
            <a:spLocks noGrp="1" noRot="1" noChangeAspect="1"/>
          </p:cNvSpPr>
          <p:nvPr>
            <p:ph type="sldImg"/>
          </p:nvPr>
        </p:nvSpPr>
        <p:spPr>
          <a:xfrm>
            <a:off x="990600" y="349250"/>
            <a:ext cx="4876800" cy="2743200"/>
          </a:xfrm>
        </p:spPr>
        <p:txBody>
          <a:bodyPr/>
          <a:lstStyle/>
          <a:p>
            <a:endParaRPr lang="en-US"/>
          </a:p>
        </p:txBody>
      </p:sp>
      <p:sp>
        <p:nvSpPr>
          <p:cNvPr id="3" name="Notes Placeholder 2">
            <a:extLst>
              <a:ext uri="{FF2B5EF4-FFF2-40B4-BE49-F238E27FC236}">
                <a16:creationId xmlns:a16="http://schemas.microsoft.com/office/drawing/2014/main" id="{A4840558-4F2E-7449-C91E-E412424A4C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000177-C946-2609-73ED-D7D8E2FEE4E7}"/>
              </a:ext>
            </a:extLst>
          </p:cNvPr>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9377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71463" y="1042988"/>
            <a:ext cx="8601075" cy="1308050"/>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2" y="201442"/>
            <a:ext cx="8621666" cy="374205"/>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4050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71463" y="1042988"/>
            <a:ext cx="8601075" cy="1308050"/>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2" y="201442"/>
            <a:ext cx="8621666" cy="374205"/>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806771"/>
            <a:ext cx="9144000" cy="55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3657E8F0-A442-6FD1-D8C8-E11148C553F9}"/>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64479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71463" y="1402336"/>
            <a:ext cx="8601075" cy="1308050"/>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2" y="201442"/>
            <a:ext cx="8621666" cy="374189"/>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28159" y="1042988"/>
            <a:ext cx="8601075" cy="219291"/>
          </a:xfrm>
        </p:spPr>
        <p:txBody>
          <a:bodyPr/>
          <a:lstStyle>
            <a:lvl1pPr marL="0" indent="0">
              <a:buNone/>
              <a:defRPr sz="1425" b="1"/>
            </a:lvl1pPr>
            <a:lvl2pPr marL="21252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305538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250872" y="201442"/>
            <a:ext cx="8621666" cy="374205"/>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DC368DA0-0343-0C84-F7F1-9955C9939361}"/>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70946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250873" y="201442"/>
            <a:ext cx="2113121" cy="1161344"/>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
        <p:nvSpPr>
          <p:cNvPr id="3" name="Picture Placeholder 3">
            <a:extLst>
              <a:ext uri="{FF2B5EF4-FFF2-40B4-BE49-F238E27FC236}">
                <a16:creationId xmlns:a16="http://schemas.microsoft.com/office/drawing/2014/main" id="{B22941CD-3706-4648-F497-A5C41764F3A9}"/>
              </a:ext>
            </a:extLst>
          </p:cNvPr>
          <p:cNvSpPr>
            <a:spLocks noGrp="1" noChangeAspect="1"/>
          </p:cNvSpPr>
          <p:nvPr>
            <p:ph type="pic" sz="quarter" idx="10"/>
          </p:nvPr>
        </p:nvSpPr>
        <p:spPr>
          <a:xfrm>
            <a:off x="2428875" y="271462"/>
            <a:ext cx="1080000" cy="292135"/>
          </a:xfrm>
          <a:prstGeom prst="ellipse">
            <a:avLst/>
          </a:prstGeom>
          <a:solidFill>
            <a:schemeClr val="bg1">
              <a:lumMod val="95000"/>
            </a:schemeClr>
          </a:solidFill>
          <a:ln>
            <a:solidFill>
              <a:schemeClr val="accent1"/>
            </a:solidFill>
          </a:ln>
        </p:spPr>
        <p:txBody>
          <a:bodyPr/>
          <a:lstStyle/>
          <a:p>
            <a:endParaRPr lang="en-US"/>
          </a:p>
        </p:txBody>
      </p:sp>
      <p:sp>
        <p:nvSpPr>
          <p:cNvPr id="4" name="Text Placeholder 6">
            <a:extLst>
              <a:ext uri="{FF2B5EF4-FFF2-40B4-BE49-F238E27FC236}">
                <a16:creationId xmlns:a16="http://schemas.microsoft.com/office/drawing/2014/main" id="{FD0677A4-D11B-77E9-6AB0-4B31F7F876DD}"/>
              </a:ext>
            </a:extLst>
          </p:cNvPr>
          <p:cNvSpPr>
            <a:spLocks noGrp="1"/>
          </p:cNvSpPr>
          <p:nvPr>
            <p:ph type="body" sz="quarter" idx="11" hasCustomPrompt="1"/>
          </p:nvPr>
        </p:nvSpPr>
        <p:spPr>
          <a:xfrm>
            <a:off x="2428875" y="1428751"/>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5" name="Text Placeholder 6">
            <a:extLst>
              <a:ext uri="{FF2B5EF4-FFF2-40B4-BE49-F238E27FC236}">
                <a16:creationId xmlns:a16="http://schemas.microsoft.com/office/drawing/2014/main" id="{B98A0B79-C251-AB61-F703-F68CF6AFF88C}"/>
              </a:ext>
            </a:extLst>
          </p:cNvPr>
          <p:cNvSpPr>
            <a:spLocks noGrp="1"/>
          </p:cNvSpPr>
          <p:nvPr>
            <p:ph type="body" sz="quarter" idx="12" hasCustomPrompt="1"/>
          </p:nvPr>
        </p:nvSpPr>
        <p:spPr>
          <a:xfrm>
            <a:off x="2428875" y="1711139"/>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7" name="Picture Placeholder 3">
            <a:extLst>
              <a:ext uri="{FF2B5EF4-FFF2-40B4-BE49-F238E27FC236}">
                <a16:creationId xmlns:a16="http://schemas.microsoft.com/office/drawing/2014/main" id="{B2BA89CA-9D12-B949-5E3D-BB756EBD36F0}"/>
              </a:ext>
            </a:extLst>
          </p:cNvPr>
          <p:cNvSpPr>
            <a:spLocks noGrp="1" noChangeAspect="1"/>
          </p:cNvSpPr>
          <p:nvPr>
            <p:ph type="pic" sz="quarter" idx="13"/>
          </p:nvPr>
        </p:nvSpPr>
        <p:spPr>
          <a:xfrm>
            <a:off x="4089296" y="271462"/>
            <a:ext cx="1080000" cy="292135"/>
          </a:xfrm>
          <a:prstGeom prst="ellipse">
            <a:avLst/>
          </a:prstGeom>
          <a:solidFill>
            <a:schemeClr val="bg1">
              <a:lumMod val="95000"/>
            </a:schemeClr>
          </a:solidFill>
          <a:ln>
            <a:solidFill>
              <a:schemeClr val="accent1"/>
            </a:solidFill>
          </a:ln>
        </p:spPr>
        <p:txBody>
          <a:bodyPr/>
          <a:lstStyle/>
          <a:p>
            <a:endParaRPr lang="en-US"/>
          </a:p>
        </p:txBody>
      </p:sp>
      <p:sp>
        <p:nvSpPr>
          <p:cNvPr id="10" name="Text Placeholder 6">
            <a:extLst>
              <a:ext uri="{FF2B5EF4-FFF2-40B4-BE49-F238E27FC236}">
                <a16:creationId xmlns:a16="http://schemas.microsoft.com/office/drawing/2014/main" id="{6256245C-BC5C-EE21-8C76-FBA9B0539B24}"/>
              </a:ext>
            </a:extLst>
          </p:cNvPr>
          <p:cNvSpPr>
            <a:spLocks noGrp="1"/>
          </p:cNvSpPr>
          <p:nvPr>
            <p:ph type="body" sz="quarter" idx="14" hasCustomPrompt="1"/>
          </p:nvPr>
        </p:nvSpPr>
        <p:spPr>
          <a:xfrm>
            <a:off x="4089296" y="1428751"/>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11" name="Text Placeholder 6">
            <a:extLst>
              <a:ext uri="{FF2B5EF4-FFF2-40B4-BE49-F238E27FC236}">
                <a16:creationId xmlns:a16="http://schemas.microsoft.com/office/drawing/2014/main" id="{5BD4185A-5465-863F-4745-FA6B0D1B072B}"/>
              </a:ext>
            </a:extLst>
          </p:cNvPr>
          <p:cNvSpPr>
            <a:spLocks noGrp="1"/>
          </p:cNvSpPr>
          <p:nvPr>
            <p:ph type="body" sz="quarter" idx="15" hasCustomPrompt="1"/>
          </p:nvPr>
        </p:nvSpPr>
        <p:spPr>
          <a:xfrm>
            <a:off x="4089296" y="1711139"/>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2" name="Picture Placeholder 3">
            <a:extLst>
              <a:ext uri="{FF2B5EF4-FFF2-40B4-BE49-F238E27FC236}">
                <a16:creationId xmlns:a16="http://schemas.microsoft.com/office/drawing/2014/main" id="{1F70D95A-435F-5E57-E4DF-4BECF87B2FA8}"/>
              </a:ext>
            </a:extLst>
          </p:cNvPr>
          <p:cNvSpPr>
            <a:spLocks noGrp="1" noChangeAspect="1"/>
          </p:cNvSpPr>
          <p:nvPr>
            <p:ph type="pic" sz="quarter" idx="16"/>
          </p:nvPr>
        </p:nvSpPr>
        <p:spPr>
          <a:xfrm>
            <a:off x="5749716" y="271462"/>
            <a:ext cx="1080000" cy="292135"/>
          </a:xfrm>
          <a:prstGeom prst="ellipse">
            <a:avLst/>
          </a:prstGeom>
          <a:solidFill>
            <a:schemeClr val="bg1">
              <a:lumMod val="95000"/>
            </a:schemeClr>
          </a:solidFill>
          <a:ln>
            <a:solidFill>
              <a:schemeClr val="accent1"/>
            </a:solidFill>
          </a:ln>
        </p:spPr>
        <p:txBody>
          <a:bodyPr/>
          <a:lstStyle/>
          <a:p>
            <a:endParaRPr lang="en-US"/>
          </a:p>
        </p:txBody>
      </p:sp>
      <p:sp>
        <p:nvSpPr>
          <p:cNvPr id="13" name="Text Placeholder 6">
            <a:extLst>
              <a:ext uri="{FF2B5EF4-FFF2-40B4-BE49-F238E27FC236}">
                <a16:creationId xmlns:a16="http://schemas.microsoft.com/office/drawing/2014/main" id="{F4CF8B56-A178-14B5-6C86-29BB6F713994}"/>
              </a:ext>
            </a:extLst>
          </p:cNvPr>
          <p:cNvSpPr>
            <a:spLocks noGrp="1"/>
          </p:cNvSpPr>
          <p:nvPr>
            <p:ph type="body" sz="quarter" idx="17" hasCustomPrompt="1"/>
          </p:nvPr>
        </p:nvSpPr>
        <p:spPr>
          <a:xfrm>
            <a:off x="5749716" y="1428751"/>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14" name="Text Placeholder 6">
            <a:extLst>
              <a:ext uri="{FF2B5EF4-FFF2-40B4-BE49-F238E27FC236}">
                <a16:creationId xmlns:a16="http://schemas.microsoft.com/office/drawing/2014/main" id="{05758F23-E9DF-E180-BB11-4C10009CADC8}"/>
              </a:ext>
            </a:extLst>
          </p:cNvPr>
          <p:cNvSpPr>
            <a:spLocks noGrp="1"/>
          </p:cNvSpPr>
          <p:nvPr>
            <p:ph type="body" sz="quarter" idx="18" hasCustomPrompt="1"/>
          </p:nvPr>
        </p:nvSpPr>
        <p:spPr>
          <a:xfrm>
            <a:off x="5749716" y="1711139"/>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5" name="Picture Placeholder 3">
            <a:extLst>
              <a:ext uri="{FF2B5EF4-FFF2-40B4-BE49-F238E27FC236}">
                <a16:creationId xmlns:a16="http://schemas.microsoft.com/office/drawing/2014/main" id="{FC52A6AB-1727-A64D-B84F-6C19F78307AE}"/>
              </a:ext>
            </a:extLst>
          </p:cNvPr>
          <p:cNvSpPr>
            <a:spLocks noGrp="1" noChangeAspect="1"/>
          </p:cNvSpPr>
          <p:nvPr>
            <p:ph type="pic" sz="quarter" idx="19"/>
          </p:nvPr>
        </p:nvSpPr>
        <p:spPr>
          <a:xfrm>
            <a:off x="7410137" y="271462"/>
            <a:ext cx="1080000" cy="292135"/>
          </a:xfrm>
          <a:prstGeom prst="ellipse">
            <a:avLst/>
          </a:prstGeom>
          <a:solidFill>
            <a:schemeClr val="bg1">
              <a:lumMod val="95000"/>
            </a:schemeClr>
          </a:solidFill>
          <a:ln>
            <a:solidFill>
              <a:schemeClr val="accent1"/>
            </a:solidFill>
          </a:ln>
        </p:spPr>
        <p:txBody>
          <a:bodyPr/>
          <a:lstStyle/>
          <a:p>
            <a:endParaRPr lang="en-US"/>
          </a:p>
        </p:txBody>
      </p:sp>
      <p:sp>
        <p:nvSpPr>
          <p:cNvPr id="16" name="Text Placeholder 6">
            <a:extLst>
              <a:ext uri="{FF2B5EF4-FFF2-40B4-BE49-F238E27FC236}">
                <a16:creationId xmlns:a16="http://schemas.microsoft.com/office/drawing/2014/main" id="{7BF9DB6F-5A8C-0BE1-4ACE-F8AA912AD8F3}"/>
              </a:ext>
            </a:extLst>
          </p:cNvPr>
          <p:cNvSpPr>
            <a:spLocks noGrp="1"/>
          </p:cNvSpPr>
          <p:nvPr>
            <p:ph type="body" sz="quarter" idx="20" hasCustomPrompt="1"/>
          </p:nvPr>
        </p:nvSpPr>
        <p:spPr>
          <a:xfrm>
            <a:off x="7410138" y="1428751"/>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17" name="Text Placeholder 6">
            <a:extLst>
              <a:ext uri="{FF2B5EF4-FFF2-40B4-BE49-F238E27FC236}">
                <a16:creationId xmlns:a16="http://schemas.microsoft.com/office/drawing/2014/main" id="{6E16BABE-88FC-9328-C844-978099CA04AB}"/>
              </a:ext>
            </a:extLst>
          </p:cNvPr>
          <p:cNvSpPr>
            <a:spLocks noGrp="1"/>
          </p:cNvSpPr>
          <p:nvPr>
            <p:ph type="body" sz="quarter" idx="21" hasCustomPrompt="1"/>
          </p:nvPr>
        </p:nvSpPr>
        <p:spPr>
          <a:xfrm>
            <a:off x="7410138" y="1711139"/>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8" name="Picture Placeholder 3">
            <a:extLst>
              <a:ext uri="{FF2B5EF4-FFF2-40B4-BE49-F238E27FC236}">
                <a16:creationId xmlns:a16="http://schemas.microsoft.com/office/drawing/2014/main" id="{1EDD49F3-B20B-2E02-552E-E33F7CFB351C}"/>
              </a:ext>
            </a:extLst>
          </p:cNvPr>
          <p:cNvSpPr>
            <a:spLocks noGrp="1" noChangeAspect="1"/>
          </p:cNvSpPr>
          <p:nvPr>
            <p:ph type="pic" sz="quarter" idx="22"/>
          </p:nvPr>
        </p:nvSpPr>
        <p:spPr>
          <a:xfrm>
            <a:off x="2428875" y="2232909"/>
            <a:ext cx="1080000" cy="292135"/>
          </a:xfrm>
          <a:prstGeom prst="ellipse">
            <a:avLst/>
          </a:prstGeom>
          <a:solidFill>
            <a:schemeClr val="bg1">
              <a:lumMod val="95000"/>
            </a:schemeClr>
          </a:solidFill>
          <a:ln>
            <a:solidFill>
              <a:schemeClr val="accent1"/>
            </a:solidFill>
          </a:ln>
        </p:spPr>
        <p:txBody>
          <a:bodyPr/>
          <a:lstStyle>
            <a:lvl1pPr>
              <a:defRPr>
                <a:latin typeface="+mn-lt"/>
              </a:defRPr>
            </a:lvl1pPr>
          </a:lstStyle>
          <a:p>
            <a:endParaRPr lang="en-US"/>
          </a:p>
        </p:txBody>
      </p:sp>
      <p:sp>
        <p:nvSpPr>
          <p:cNvPr id="19" name="Text Placeholder 6">
            <a:extLst>
              <a:ext uri="{FF2B5EF4-FFF2-40B4-BE49-F238E27FC236}">
                <a16:creationId xmlns:a16="http://schemas.microsoft.com/office/drawing/2014/main" id="{7D7BB651-AD3B-4648-2906-2BE6CDD7CCA3}"/>
              </a:ext>
            </a:extLst>
          </p:cNvPr>
          <p:cNvSpPr>
            <a:spLocks noGrp="1"/>
          </p:cNvSpPr>
          <p:nvPr>
            <p:ph type="body" sz="quarter" idx="23" hasCustomPrompt="1"/>
          </p:nvPr>
        </p:nvSpPr>
        <p:spPr>
          <a:xfrm>
            <a:off x="2428875" y="3390198"/>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20" name="Text Placeholder 6">
            <a:extLst>
              <a:ext uri="{FF2B5EF4-FFF2-40B4-BE49-F238E27FC236}">
                <a16:creationId xmlns:a16="http://schemas.microsoft.com/office/drawing/2014/main" id="{6ACB5547-8CC8-4FC5-C032-7A072971DA07}"/>
              </a:ext>
            </a:extLst>
          </p:cNvPr>
          <p:cNvSpPr>
            <a:spLocks noGrp="1"/>
          </p:cNvSpPr>
          <p:nvPr>
            <p:ph type="body" sz="quarter" idx="24" hasCustomPrompt="1"/>
          </p:nvPr>
        </p:nvSpPr>
        <p:spPr>
          <a:xfrm>
            <a:off x="2428875" y="3672586"/>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1" name="Picture Placeholder 3">
            <a:extLst>
              <a:ext uri="{FF2B5EF4-FFF2-40B4-BE49-F238E27FC236}">
                <a16:creationId xmlns:a16="http://schemas.microsoft.com/office/drawing/2014/main" id="{FC0F0211-D68E-8FCC-58D6-7818E4B193C3}"/>
              </a:ext>
            </a:extLst>
          </p:cNvPr>
          <p:cNvSpPr>
            <a:spLocks noGrp="1" noChangeAspect="1"/>
          </p:cNvSpPr>
          <p:nvPr>
            <p:ph type="pic" sz="quarter" idx="25"/>
          </p:nvPr>
        </p:nvSpPr>
        <p:spPr>
          <a:xfrm>
            <a:off x="4089296" y="2232909"/>
            <a:ext cx="1080000" cy="292135"/>
          </a:xfrm>
          <a:prstGeom prst="ellipse">
            <a:avLst/>
          </a:prstGeom>
          <a:solidFill>
            <a:schemeClr val="bg1">
              <a:lumMod val="95000"/>
            </a:schemeClr>
          </a:solidFill>
          <a:ln>
            <a:solidFill>
              <a:schemeClr val="accent1"/>
            </a:solidFill>
          </a:ln>
        </p:spPr>
        <p:txBody>
          <a:bodyPr/>
          <a:lstStyle>
            <a:lvl1pPr>
              <a:defRPr>
                <a:latin typeface="+mn-lt"/>
              </a:defRPr>
            </a:lvl1pPr>
          </a:lstStyle>
          <a:p>
            <a:endParaRPr lang="en-US"/>
          </a:p>
        </p:txBody>
      </p:sp>
      <p:sp>
        <p:nvSpPr>
          <p:cNvPr id="22" name="Text Placeholder 6">
            <a:extLst>
              <a:ext uri="{FF2B5EF4-FFF2-40B4-BE49-F238E27FC236}">
                <a16:creationId xmlns:a16="http://schemas.microsoft.com/office/drawing/2014/main" id="{913DFB7C-2E67-D4F7-9A6C-F41E3AA77F12}"/>
              </a:ext>
            </a:extLst>
          </p:cNvPr>
          <p:cNvSpPr>
            <a:spLocks noGrp="1"/>
          </p:cNvSpPr>
          <p:nvPr>
            <p:ph type="body" sz="quarter" idx="26" hasCustomPrompt="1"/>
          </p:nvPr>
        </p:nvSpPr>
        <p:spPr>
          <a:xfrm>
            <a:off x="4089296" y="3390198"/>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23" name="Text Placeholder 6">
            <a:extLst>
              <a:ext uri="{FF2B5EF4-FFF2-40B4-BE49-F238E27FC236}">
                <a16:creationId xmlns:a16="http://schemas.microsoft.com/office/drawing/2014/main" id="{EC3508B5-606F-031C-15EB-D2260029FEA9}"/>
              </a:ext>
            </a:extLst>
          </p:cNvPr>
          <p:cNvSpPr>
            <a:spLocks noGrp="1"/>
          </p:cNvSpPr>
          <p:nvPr>
            <p:ph type="body" sz="quarter" idx="27" hasCustomPrompt="1"/>
          </p:nvPr>
        </p:nvSpPr>
        <p:spPr>
          <a:xfrm>
            <a:off x="4089296" y="3672586"/>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4" name="Picture Placeholder 3">
            <a:extLst>
              <a:ext uri="{FF2B5EF4-FFF2-40B4-BE49-F238E27FC236}">
                <a16:creationId xmlns:a16="http://schemas.microsoft.com/office/drawing/2014/main" id="{4515B920-8512-AAB6-0F62-CD19B1FC2CEE}"/>
              </a:ext>
            </a:extLst>
          </p:cNvPr>
          <p:cNvSpPr>
            <a:spLocks noGrp="1" noChangeAspect="1"/>
          </p:cNvSpPr>
          <p:nvPr>
            <p:ph type="pic" sz="quarter" idx="28"/>
          </p:nvPr>
        </p:nvSpPr>
        <p:spPr>
          <a:xfrm>
            <a:off x="5749716" y="2232909"/>
            <a:ext cx="1080000" cy="292135"/>
          </a:xfrm>
          <a:prstGeom prst="ellipse">
            <a:avLst/>
          </a:prstGeom>
          <a:solidFill>
            <a:schemeClr val="bg1">
              <a:lumMod val="95000"/>
            </a:schemeClr>
          </a:solidFill>
          <a:ln>
            <a:solidFill>
              <a:schemeClr val="accent1"/>
            </a:solidFill>
          </a:ln>
        </p:spPr>
        <p:txBody>
          <a:bodyPr/>
          <a:lstStyle>
            <a:lvl1pPr>
              <a:defRPr>
                <a:latin typeface="+mn-lt"/>
              </a:defRPr>
            </a:lvl1pPr>
          </a:lstStyle>
          <a:p>
            <a:endParaRPr lang="en-US"/>
          </a:p>
        </p:txBody>
      </p:sp>
      <p:sp>
        <p:nvSpPr>
          <p:cNvPr id="25" name="Text Placeholder 6">
            <a:extLst>
              <a:ext uri="{FF2B5EF4-FFF2-40B4-BE49-F238E27FC236}">
                <a16:creationId xmlns:a16="http://schemas.microsoft.com/office/drawing/2014/main" id="{3783593B-9A17-156E-CEE3-9EF1A159ABE7}"/>
              </a:ext>
            </a:extLst>
          </p:cNvPr>
          <p:cNvSpPr>
            <a:spLocks noGrp="1"/>
          </p:cNvSpPr>
          <p:nvPr>
            <p:ph type="body" sz="quarter" idx="29" hasCustomPrompt="1"/>
          </p:nvPr>
        </p:nvSpPr>
        <p:spPr>
          <a:xfrm>
            <a:off x="5749716" y="3390198"/>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26" name="Text Placeholder 6">
            <a:extLst>
              <a:ext uri="{FF2B5EF4-FFF2-40B4-BE49-F238E27FC236}">
                <a16:creationId xmlns:a16="http://schemas.microsoft.com/office/drawing/2014/main" id="{1148398C-EB61-E70F-3E9F-876E5B1564ED}"/>
              </a:ext>
            </a:extLst>
          </p:cNvPr>
          <p:cNvSpPr>
            <a:spLocks noGrp="1"/>
          </p:cNvSpPr>
          <p:nvPr>
            <p:ph type="body" sz="quarter" idx="30" hasCustomPrompt="1"/>
          </p:nvPr>
        </p:nvSpPr>
        <p:spPr>
          <a:xfrm>
            <a:off x="5749716" y="3672586"/>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7" name="Picture Placeholder 3">
            <a:extLst>
              <a:ext uri="{FF2B5EF4-FFF2-40B4-BE49-F238E27FC236}">
                <a16:creationId xmlns:a16="http://schemas.microsoft.com/office/drawing/2014/main" id="{4FEF218B-9C5B-8F7A-4F0F-F4213E81CEDD}"/>
              </a:ext>
            </a:extLst>
          </p:cNvPr>
          <p:cNvSpPr>
            <a:spLocks noGrp="1" noChangeAspect="1"/>
          </p:cNvSpPr>
          <p:nvPr>
            <p:ph type="pic" sz="quarter" idx="31"/>
          </p:nvPr>
        </p:nvSpPr>
        <p:spPr>
          <a:xfrm>
            <a:off x="7410137" y="2232909"/>
            <a:ext cx="1080000" cy="292135"/>
          </a:xfrm>
          <a:prstGeom prst="ellipse">
            <a:avLst/>
          </a:prstGeom>
          <a:solidFill>
            <a:schemeClr val="bg1">
              <a:lumMod val="95000"/>
            </a:schemeClr>
          </a:solidFill>
          <a:ln>
            <a:solidFill>
              <a:schemeClr val="accent1"/>
            </a:solidFill>
          </a:ln>
        </p:spPr>
        <p:txBody>
          <a:bodyPr/>
          <a:lstStyle>
            <a:lvl1pPr>
              <a:defRPr>
                <a:latin typeface="+mn-lt"/>
              </a:defRPr>
            </a:lvl1pPr>
          </a:lstStyle>
          <a:p>
            <a:endParaRPr lang="en-US"/>
          </a:p>
        </p:txBody>
      </p:sp>
      <p:sp>
        <p:nvSpPr>
          <p:cNvPr id="28" name="Text Placeholder 6">
            <a:extLst>
              <a:ext uri="{FF2B5EF4-FFF2-40B4-BE49-F238E27FC236}">
                <a16:creationId xmlns:a16="http://schemas.microsoft.com/office/drawing/2014/main" id="{F6EE859A-32C6-8F0F-6778-9D4FA89744CF}"/>
              </a:ext>
            </a:extLst>
          </p:cNvPr>
          <p:cNvSpPr>
            <a:spLocks noGrp="1"/>
          </p:cNvSpPr>
          <p:nvPr>
            <p:ph type="body" sz="quarter" idx="32" hasCustomPrompt="1"/>
          </p:nvPr>
        </p:nvSpPr>
        <p:spPr>
          <a:xfrm>
            <a:off x="7410138" y="3390198"/>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29" name="Text Placeholder 6">
            <a:extLst>
              <a:ext uri="{FF2B5EF4-FFF2-40B4-BE49-F238E27FC236}">
                <a16:creationId xmlns:a16="http://schemas.microsoft.com/office/drawing/2014/main" id="{805CC47E-975C-FF99-DCFD-F2ADCAAD843E}"/>
              </a:ext>
            </a:extLst>
          </p:cNvPr>
          <p:cNvSpPr>
            <a:spLocks noGrp="1"/>
          </p:cNvSpPr>
          <p:nvPr>
            <p:ph type="body" sz="quarter" idx="33" hasCustomPrompt="1"/>
          </p:nvPr>
        </p:nvSpPr>
        <p:spPr>
          <a:xfrm>
            <a:off x="7410138" y="3672586"/>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pic>
        <p:nvPicPr>
          <p:cNvPr id="30" name="Graphic 29">
            <a:extLst>
              <a:ext uri="{FF2B5EF4-FFF2-40B4-BE49-F238E27FC236}">
                <a16:creationId xmlns:a16="http://schemas.microsoft.com/office/drawing/2014/main" id="{88FCA8E0-F161-B00F-F92E-3A14259D603F}"/>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10125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250872" y="201442"/>
            <a:ext cx="8621666" cy="374205"/>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B5A995CC-2EDB-CCC2-4829-7CC7F937DD84}"/>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698403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92BDE0ED-3470-6D0F-141A-06715B765953}"/>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74319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1041437"/>
            <a:ext cx="6435090" cy="1308050"/>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041437"/>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4023130" cy="374205"/>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6695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6022183" y="1041437"/>
            <a:ext cx="2850356" cy="1308050"/>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1041437"/>
            <a:ext cx="2743200" cy="1308050"/>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7175" y="1041436"/>
            <a:ext cx="2050542" cy="877163"/>
          </a:xfrm>
        </p:spPr>
        <p:txBody>
          <a:bodyPr vert="horz" lIns="0" tIns="0" rIns="0" bIns="0" rtlCol="0">
            <a:spAutoFit/>
          </a:bodyPr>
          <a:lstStyle>
            <a:lvl1pPr>
              <a:defRPr lang="en-US" sz="1425" b="1" i="0" dirty="0">
                <a:ln w="3175">
                  <a:noFill/>
                </a:ln>
                <a:latin typeface="+mn-lt"/>
                <a:ea typeface="Fira Sans Medium" panose="020B0503050000020004" pitchFamily="34" charset="0"/>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2428875"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748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2420302" y="1041437"/>
            <a:ext cx="6443663" cy="207749"/>
          </a:xfrm>
        </p:spPr>
        <p:txBody>
          <a:bodyPr>
            <a:spAutoFit/>
          </a:bodyPr>
          <a:lstStyle>
            <a:lvl1pPr>
              <a:defRPr>
                <a:latin typeface="Fira Sans" panose="020B0503050000020004" pitchFamily="34" charset="0"/>
              </a:defRPr>
            </a:lvl1p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250873" y="201442"/>
            <a:ext cx="2049877" cy="374205"/>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258365" y="1041437"/>
            <a:ext cx="2050542"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2428875"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25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1041436"/>
            <a:ext cx="6435090" cy="1295226"/>
          </a:xfrm>
        </p:spPr>
        <p:txBody>
          <a:bodyPr lIns="182880">
            <a:spAutoFit/>
          </a:bodyPr>
          <a:lst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5pPr>
          </a:lstStyle>
          <a:p>
            <a:pPr marL="107156" marR="0" lvl="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07156" marR="0" lvl="1"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Second level</a:t>
            </a:r>
          </a:p>
          <a:p>
            <a:pPr marL="107156" marR="0" lvl="2"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Third level</a:t>
            </a:r>
          </a:p>
          <a:p>
            <a:pPr marL="107156" marR="0" lvl="3"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Fourth level</a:t>
            </a:r>
          </a:p>
          <a:p>
            <a:pPr marL="107156" marR="0" lvl="4"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250873" y="201442"/>
            <a:ext cx="2049877" cy="374189"/>
          </a:xfrm>
        </p:spPr>
        <p:txBody>
          <a:bodyPr>
            <a:spAutoFit/>
          </a:bodyPr>
          <a:lstStyle>
            <a:lvl1pPr>
              <a:defRPr b="0" i="0">
                <a:latin typeface="Aptos Light" panose="020B0004020202020204" pitchFamily="34" charset="0"/>
              </a:defRPr>
            </a:lvl1p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258365" y="1041437"/>
            <a:ext cx="2050542"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954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7" y="2521710"/>
            <a:ext cx="2693699" cy="657872"/>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1"/>
            <a:ext cx="2706640" cy="76777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3143250" y="0"/>
            <a:ext cx="0" cy="51435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3143250" y="234364"/>
            <a:ext cx="5720852" cy="1308050"/>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31A9C227-3DE9-B09F-1D0C-9B0FFB091843}"/>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425623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2428875" y="0"/>
            <a:ext cx="6715125" cy="51435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250872" y="201442"/>
            <a:ext cx="1963691" cy="1161344"/>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8108F46D-85ED-8C6D-B568-8DE257CD5803}"/>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86802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2428875" y="0"/>
            <a:ext cx="4300538"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250872" y="201442"/>
            <a:ext cx="1963691" cy="1161344"/>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6729413" y="234364"/>
            <a:ext cx="2143125" cy="1515800"/>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3F740865-B00E-C37B-60D4-6871B9C4B796}"/>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861515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4572000" y="0"/>
            <a:ext cx="4572000"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250872" y="201442"/>
            <a:ext cx="4178253" cy="374205"/>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260777" y="657227"/>
            <a:ext cx="4168349" cy="1308050"/>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70CA7AE8-DCAF-85A6-FD24-136A8A23DA35}"/>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56688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4572000" y="0"/>
            <a:ext cx="4572000"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250872" y="201442"/>
            <a:ext cx="4178253" cy="374205"/>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260777" y="1188678"/>
            <a:ext cx="4168349" cy="1308050"/>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258367" y="657227"/>
            <a:ext cx="4170760" cy="43858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175DF22E-39EF-9D70-0C1C-DB0847BC3251}"/>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68234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9145143"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35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2428876" y="1800225"/>
            <a:ext cx="2143124" cy="154305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270319" y="274320"/>
            <a:ext cx="2158556" cy="1525905"/>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125"/>
              </a:spcAft>
              <a:buFont typeface="Arial" panose="020B0604020202020204" pitchFamily="34" charset="0"/>
            </a:pPr>
            <a:r>
              <a:rPr lang="en-US"/>
              <a:t>Click to edit Master title style</a:t>
            </a:r>
          </a:p>
        </p:txBody>
      </p:sp>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A2B28EAC-F906-1198-3E01-F201FD8C3E17}"/>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67917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2428875"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233172"/>
            <a:ext cx="6435090" cy="1295226"/>
          </a:xfrm>
        </p:spPr>
        <p:txBody>
          <a:bodyPr vert="horz" lIns="182880" tIns="0" rIns="0" bIns="0" rtlCol="0">
            <a:spAutoFit/>
          </a:bodyPr>
          <a:lst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5pPr>
          </a:lstStyle>
          <a:p>
            <a:pPr marL="107156" marR="0" lvl="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07156" marR="0" lvl="1"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Second level</a:t>
            </a:r>
          </a:p>
          <a:p>
            <a:pPr marL="107156" marR="0" lvl="2"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Third level</a:t>
            </a:r>
          </a:p>
          <a:p>
            <a:pPr marL="107156" marR="0" lvl="3"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Fourth level</a:t>
            </a:r>
          </a:p>
          <a:p>
            <a:pPr marL="107156" marR="0" lvl="4"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bg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2F6696D9-E654-5BCF-1B25-EA00D3E60BB9}"/>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836024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2428875"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233172"/>
            <a:ext cx="6435090" cy="1295226"/>
          </a:xfrm>
        </p:spPr>
        <p:txBody>
          <a:bodyPr vert="horz" lIns="182880" tIns="0" rIns="0" bIns="0" rtlCol="0">
            <a:spAutoFit/>
          </a:bodyPr>
          <a:lst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5pPr>
          </a:lstStyle>
          <a:p>
            <a:pPr marL="107156" marR="0" lvl="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07156" marR="0" lvl="1"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Second level</a:t>
            </a:r>
          </a:p>
          <a:p>
            <a:pPr marL="107156" marR="0" lvl="2"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Third level</a:t>
            </a:r>
          </a:p>
          <a:p>
            <a:pPr marL="107156" marR="0" lvl="3"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Fourth level</a:t>
            </a:r>
          </a:p>
          <a:p>
            <a:pPr marL="107156" marR="0" lvl="4"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bg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7D4A2AAD-C48F-8D70-8213-CF4C9DACAA71}"/>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4190564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2428875" y="0"/>
            <a:ext cx="6715125"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45929" y="4803029"/>
            <a:ext cx="857250" cy="265748"/>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FD1790EA-EA29-811F-FBBA-75F04BA46640}"/>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645441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2428875" y="0"/>
            <a:ext cx="6715125"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45929" y="4803029"/>
            <a:ext cx="857250" cy="265748"/>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6ED7A01C-FAFB-B06A-F7F3-1A07F6A914CD}"/>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94345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2428875" y="0"/>
            <a:ext cx="6715125"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45929" y="4803029"/>
            <a:ext cx="857250" cy="265748"/>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B7AC51C6-4EA9-CA4D-1F18-3DE1418497CA}"/>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85376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2428875" y="0"/>
            <a:ext cx="6715125"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250872" y="201442"/>
            <a:ext cx="1963691" cy="1161344"/>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258366" y="1382812"/>
            <a:ext cx="1963691" cy="877163"/>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bg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45EF38C2-2CB9-FD12-39EF-7987B2442DC6}"/>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10718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2"/>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427392" y="835412"/>
            <a:ext cx="3825241" cy="168192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2850" b="0" i="0" kern="1200" dirty="0" smtClean="0">
                <a:ln w="3175">
                  <a:noFill/>
                </a:ln>
                <a:solidFill>
                  <a:schemeClr val="bg1"/>
                </a:solidFill>
                <a:latin typeface="Aptos Light" panose="020B0004020202020204" pitchFamily="34" charset="0"/>
                <a:ea typeface="+mj-ea"/>
                <a:cs typeface="+mj-cs"/>
              </a:defRPr>
            </a:lvl1pPr>
            <a:lvl2pPr marL="85725"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440490" y="2571750"/>
            <a:ext cx="3813269" cy="230833"/>
          </a:xfrm>
          <a:prstGeom prst="rect">
            <a:avLst/>
          </a:prstGeom>
        </p:spPr>
        <p:txBody>
          <a:bodyPr vert="horz" wrap="square" lIns="0" tIns="0" rIns="0" bIns="0" rtlCol="0" anchor="t">
            <a:spAutoFit/>
          </a:bodyPr>
          <a:lstStyle>
            <a:lvl1pPr marL="0" indent="0">
              <a:buNone/>
              <a:defRPr lang="en-US" sz="15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A9178861-7699-3083-8A30-0291679C19C7}"/>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955116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2_Breaker">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427392" y="835412"/>
            <a:ext cx="3825241" cy="168192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2850" b="0" i="0" kern="1200" dirty="0" smtClean="0">
                <a:ln w="3175">
                  <a:noFill/>
                </a:ln>
                <a:solidFill>
                  <a:schemeClr val="bg1"/>
                </a:solidFill>
                <a:latin typeface="Aptos Light" panose="020B0004020202020204" pitchFamily="34" charset="0"/>
                <a:ea typeface="+mj-ea"/>
                <a:cs typeface="+mj-cs"/>
              </a:defRPr>
            </a:lvl1pPr>
            <a:lvl2pPr marL="85725"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440490" y="2571750"/>
            <a:ext cx="3813269" cy="230833"/>
          </a:xfrm>
          <a:prstGeom prst="rect">
            <a:avLst/>
          </a:prstGeom>
        </p:spPr>
        <p:txBody>
          <a:bodyPr vert="horz" wrap="square" lIns="0" tIns="0" rIns="0" bIns="0" rtlCol="0" anchor="t">
            <a:spAutoFit/>
          </a:bodyPr>
          <a:lstStyle>
            <a:lvl1pPr marL="0" indent="0">
              <a:buNone/>
              <a:defRPr lang="en-US" sz="15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144792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5_Breaker">
    <p:bg>
      <p:bgPr>
        <a:solidFill>
          <a:schemeClr val="accent2"/>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427392" y="835412"/>
            <a:ext cx="3825241" cy="168192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2850" b="0" i="0" kern="1200" dirty="0" smtClean="0">
                <a:ln w="3175">
                  <a:noFill/>
                </a:ln>
                <a:solidFill>
                  <a:schemeClr val="bg1"/>
                </a:solidFill>
                <a:latin typeface="Aptos Light" panose="020B0004020202020204" pitchFamily="34" charset="0"/>
                <a:ea typeface="+mj-ea"/>
                <a:cs typeface="+mj-cs"/>
              </a:defRPr>
            </a:lvl1pPr>
            <a:lvl2pPr marL="85725"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440490" y="2571750"/>
            <a:ext cx="3813269" cy="230833"/>
          </a:xfrm>
          <a:prstGeom prst="rect">
            <a:avLst/>
          </a:prstGeom>
        </p:spPr>
        <p:txBody>
          <a:bodyPr vert="horz" wrap="square" lIns="0" tIns="0" rIns="0" bIns="0" rtlCol="0" anchor="t">
            <a:spAutoFit/>
          </a:bodyPr>
          <a:lstStyle>
            <a:lvl1pPr marL="0" indent="0">
              <a:buNone/>
              <a:defRPr lang="en-US" sz="15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864766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4_Breaker">
    <p:bg>
      <p:bgPr>
        <a:solidFill>
          <a:schemeClr val="accent5"/>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427392" y="835412"/>
            <a:ext cx="3825241" cy="168192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2850" b="0" i="0" kern="1200" dirty="0" smtClean="0">
                <a:ln w="3175">
                  <a:noFill/>
                </a:ln>
                <a:solidFill>
                  <a:schemeClr val="bg2"/>
                </a:solidFill>
                <a:latin typeface="Aptos Light" panose="020B0004020202020204" pitchFamily="34" charset="0"/>
                <a:ea typeface="+mj-ea"/>
                <a:cs typeface="+mj-cs"/>
              </a:defRPr>
            </a:lvl1pPr>
            <a:lvl2pPr marL="85725"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440490" y="2571750"/>
            <a:ext cx="3813269" cy="230833"/>
          </a:xfrm>
          <a:prstGeom prst="rect">
            <a:avLst/>
          </a:prstGeom>
        </p:spPr>
        <p:txBody>
          <a:bodyPr vert="horz" wrap="square" lIns="0" tIns="0" rIns="0" bIns="0" rtlCol="0" anchor="t">
            <a:spAutoFit/>
          </a:bodyPr>
          <a:lstStyle>
            <a:lvl1pPr marL="0" indent="0">
              <a:buNone/>
              <a:defRPr lang="en-US" sz="1500" b="1" i="0" dirty="0">
                <a:ln>
                  <a:noFill/>
                </a:ln>
                <a:solidFill>
                  <a:schemeClr val="bg2"/>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61741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Thank you US">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6729412" y="0"/>
            <a:ext cx="2414588"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6919914" y="231893"/>
            <a:ext cx="1949052" cy="3438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225"/>
              </a:spcBef>
              <a:spcAft>
                <a:spcPts val="225"/>
              </a:spcAft>
            </a:pPr>
            <a:r>
              <a:rPr lang="en-US" sz="1125" b="1">
                <a:solidFill>
                  <a:schemeClr val="tx1"/>
                </a:solidFill>
                <a:latin typeface="+mn-lt"/>
              </a:rPr>
              <a:t>Rackspace Technology</a:t>
            </a:r>
          </a:p>
          <a:p>
            <a:pPr>
              <a:lnSpc>
                <a:spcPct val="110000"/>
              </a:lnSpc>
              <a:spcBef>
                <a:spcPts val="225"/>
              </a:spcBef>
              <a:spcAft>
                <a:spcPts val="225"/>
              </a:spcAft>
            </a:pPr>
            <a:r>
              <a:rPr lang="en-US" sz="1125">
                <a:solidFill>
                  <a:schemeClr val="tx1"/>
                </a:solidFill>
                <a:latin typeface="+mn-lt"/>
              </a:rPr>
              <a:t>19122 U.S. Highway 281 North Ste 128, San Antonio, TX 78258</a:t>
            </a:r>
          </a:p>
          <a:p>
            <a:pPr marL="0" algn="l" defTabSz="171450" rtl="0" eaLnBrk="1" latinLnBrk="0" hangingPunct="1">
              <a:lnSpc>
                <a:spcPct val="110000"/>
              </a:lnSpc>
              <a:spcBef>
                <a:spcPts val="225"/>
              </a:spcBef>
              <a:spcAft>
                <a:spcPts val="1350"/>
              </a:spcAft>
            </a:pPr>
            <a:r>
              <a:rPr lang="en-US" sz="1125" b="1" kern="1200" cap="none">
                <a:solidFill>
                  <a:schemeClr val="tx1"/>
                </a:solidFill>
                <a:latin typeface="+mn-lt"/>
                <a:ea typeface="+mn-ea"/>
                <a:cs typeface="+mn-cs"/>
              </a:rPr>
              <a:t>www.rackspace.com</a:t>
            </a:r>
          </a:p>
          <a:p>
            <a:pPr marL="0" marR="0" lvl="0" indent="0" algn="l" defTabSz="171450" rtl="0" eaLnBrk="1" fontAlgn="auto" latinLnBrk="0" hangingPunct="1">
              <a:lnSpc>
                <a:spcPct val="110000"/>
              </a:lnSpc>
              <a:spcBef>
                <a:spcPts val="225"/>
              </a:spcBef>
              <a:spcAft>
                <a:spcPts val="225"/>
              </a:spcAft>
              <a:buClrTx/>
              <a:buSzTx/>
              <a:buFontTx/>
              <a:buNone/>
              <a:tabLst/>
              <a:defRPr sz="1400" b="1">
                <a:solidFill>
                  <a:srgbClr val="2E3238"/>
                </a:solidFill>
              </a:defRPr>
            </a:pPr>
            <a:r>
              <a:rPr kumimoji="0" lang="en-US" sz="45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450" b="0" i="0" u="none" strike="noStrike" kern="1200" cap="none" spc="0" normalizeH="0" baseline="30000" noProof="0">
                <a:ln>
                  <a:noFill/>
                </a:ln>
                <a:solidFill>
                  <a:schemeClr val="tx1"/>
                </a:solidFill>
                <a:effectLst/>
                <a:uLnTx/>
                <a:uFillTx/>
                <a:latin typeface="+mn-lt"/>
                <a:ea typeface="+mn-ea"/>
                <a:cs typeface="+mn-cs"/>
              </a:rPr>
              <a:t>®</a:t>
            </a:r>
            <a:r>
              <a:rPr kumimoji="0" lang="en-US" sz="450" b="0" i="0" u="none" strike="noStrike" kern="1200" cap="none" spc="0" normalizeH="0" baseline="0" noProof="0">
                <a:ln>
                  <a:noFill/>
                </a:ln>
                <a:solidFill>
                  <a:schemeClr val="tx1"/>
                </a:solidFill>
                <a:effectLst/>
                <a:uLnTx/>
                <a:uFillTx/>
                <a:latin typeface="+mn-lt"/>
                <a:ea typeface="+mn-ea"/>
                <a:cs typeface="+mn-cs"/>
              </a:rPr>
              <a:t> Fanatical Support</a:t>
            </a:r>
            <a:r>
              <a:rPr kumimoji="0" lang="en-US" sz="450" b="0" i="0" u="none" strike="noStrike" kern="1200" cap="none" spc="0" normalizeH="0" baseline="30000" noProof="0">
                <a:ln>
                  <a:noFill/>
                </a:ln>
                <a:solidFill>
                  <a:schemeClr val="tx1"/>
                </a:solidFill>
                <a:effectLst/>
                <a:uLnTx/>
                <a:uFillTx/>
                <a:latin typeface="+mn-lt"/>
                <a:ea typeface="+mn-ea"/>
                <a:cs typeface="+mn-cs"/>
              </a:rPr>
              <a:t>®</a:t>
            </a:r>
            <a:r>
              <a:rPr kumimoji="0" lang="en-US" sz="450" b="0" i="0" u="none" strike="noStrike" kern="1200" cap="none" spc="0" normalizeH="0" baseline="0" noProof="0">
                <a:ln>
                  <a:noFill/>
                </a:ln>
                <a:solidFill>
                  <a:schemeClr val="tx1"/>
                </a:solidFill>
                <a:effectLst/>
                <a:uLnTx/>
                <a:uFillTx/>
                <a:latin typeface="+mn-lt"/>
                <a:ea typeface="+mn-ea"/>
                <a:cs typeface="+mn-cs"/>
              </a:rPr>
              <a:t> and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685800" rtl="0" eaLnBrk="1" fontAlgn="auto" latinLnBrk="0" hangingPunct="1">
              <a:lnSpc>
                <a:spcPct val="110000"/>
              </a:lnSpc>
              <a:spcBef>
                <a:spcPts val="225"/>
              </a:spcBef>
              <a:spcAft>
                <a:spcPts val="225"/>
              </a:spcAft>
              <a:buClrTx/>
              <a:buSzTx/>
              <a:buFont typeface="Arial" panose="020B0604020202020204" pitchFamily="34" charset="0"/>
              <a:buNone/>
              <a:tabLst/>
              <a:defRPr/>
            </a:pPr>
            <a:endParaRPr lang="en-US" sz="338" cap="none" baseline="0">
              <a:solidFill>
                <a:schemeClr val="tx1"/>
              </a:solidFill>
              <a:latin typeface="+mn-lt"/>
            </a:endParaRPr>
          </a:p>
          <a:p>
            <a:pPr>
              <a:spcBef>
                <a:spcPts val="225"/>
              </a:spcBef>
              <a:spcAft>
                <a:spcPts val="225"/>
              </a:spcAft>
            </a:pPr>
            <a:endParaRPr lang="en-US" sz="338">
              <a:solidFill>
                <a:schemeClr val="tx1"/>
              </a:solidFill>
              <a:latin typeface="+mn-lt"/>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23243" y="105480"/>
            <a:ext cx="4270176" cy="773289"/>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685800" rtl="0" eaLnBrk="1" latinLnBrk="0" hangingPunct="1">
              <a:lnSpc>
                <a:spcPct val="100000"/>
              </a:lnSpc>
              <a:spcBef>
                <a:spcPct val="0"/>
              </a:spcBef>
              <a:buNone/>
            </a:pPr>
            <a:r>
              <a:rPr lang="en-US" sz="5025" b="0" i="0" kern="1200">
                <a:ln w="9525">
                  <a:noFill/>
                </a:ln>
                <a:solidFill>
                  <a:schemeClr val="bg1"/>
                </a:solidFill>
                <a:latin typeface="Aptos Light" panose="020B0004020202020204" pitchFamily="34" charset="0"/>
                <a:ea typeface="+mj-ea"/>
                <a:cs typeface="+mj-cs"/>
              </a:rPr>
              <a:t>Thank you</a:t>
            </a:r>
          </a:p>
        </p:txBody>
      </p:sp>
      <p:sp>
        <p:nvSpPr>
          <p:cNvPr id="4" name="Text Placeholder 3">
            <a:extLst>
              <a:ext uri="{FF2B5EF4-FFF2-40B4-BE49-F238E27FC236}">
                <a16:creationId xmlns:a16="http://schemas.microsoft.com/office/drawing/2014/main" id="{40BB225F-CF54-A4BB-80AA-14CE6DB0D31F}"/>
              </a:ext>
            </a:extLst>
          </p:cNvPr>
          <p:cNvSpPr>
            <a:spLocks noGrp="1"/>
          </p:cNvSpPr>
          <p:nvPr>
            <p:ph type="body" sz="quarter" idx="10" hasCustomPrompt="1"/>
          </p:nvPr>
        </p:nvSpPr>
        <p:spPr>
          <a:xfrm>
            <a:off x="8051007" y="4699846"/>
            <a:ext cx="817960" cy="207169"/>
          </a:xfrm>
          <a:prstGeom prst="rect">
            <a:avLst/>
          </a:prstGeom>
        </p:spPr>
        <p:txBody>
          <a:bodyPr lIns="0" tIns="0" rIns="0" bIns="0"/>
          <a:lstStyle>
            <a:lvl1pPr marL="0" indent="0" algn="r">
              <a:buNone/>
              <a:defRPr sz="600">
                <a:latin typeface="Fira Sans" panose="020B0503050000020004" pitchFamily="34" charset="0"/>
              </a:defRPr>
            </a:lvl1pPr>
          </a:lstStyle>
          <a:p>
            <a:pPr lvl="0"/>
            <a:r>
              <a:rPr lang="en-GB"/>
              <a:t>TSK number</a:t>
            </a:r>
            <a:endParaRPr lang="en-US"/>
          </a:p>
        </p:txBody>
      </p:sp>
      <p:pic>
        <p:nvPicPr>
          <p:cNvPr id="3" name="Graphic 2">
            <a:extLst>
              <a:ext uri="{FF2B5EF4-FFF2-40B4-BE49-F238E27FC236}">
                <a16:creationId xmlns:a16="http://schemas.microsoft.com/office/drawing/2014/main" id="{594D9AB6-AFA7-9CA5-EF5C-0C4311756C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817039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261653" y="3987947"/>
            <a:ext cx="4264819" cy="346249"/>
          </a:xfrm>
          <a:prstGeom prst="rect">
            <a:avLst/>
          </a:prstGeom>
        </p:spPr>
        <p:txBody>
          <a:bodyPr lIns="0" tIns="0" rIns="0" bIns="0">
            <a:spAutoFit/>
          </a:bodyPr>
          <a:lstStyle>
            <a:lvl1pPr marL="0" indent="0">
              <a:spcBef>
                <a:spcPts val="0"/>
              </a:spcBef>
              <a:buNone/>
              <a:defRPr>
                <a:solidFill>
                  <a:schemeClr val="bg1"/>
                </a:solidFill>
                <a:latin typeface="+mn-lt"/>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242659" y="1785655"/>
            <a:ext cx="4921012" cy="439063"/>
          </a:xfrm>
          <a:prstGeom prst="rect">
            <a:avLst/>
          </a:prstGeom>
        </p:spPr>
        <p:txBody>
          <a:bodyPr wrap="square" lIns="0" tIns="0" rIns="0" bIns="0" anchor="b" anchorCtr="0">
            <a:spAutoFit/>
          </a:bodyPr>
          <a:lstStyle>
            <a:lvl1pPr algn="l" fontAlgn="b">
              <a:lnSpc>
                <a:spcPct val="112000"/>
              </a:lnSpc>
              <a:defRPr sz="3000" b="0" i="0">
                <a:solidFill>
                  <a:schemeClr val="bg1"/>
                </a:solidFill>
                <a:latin typeface="Aptos Light" panose="020B00040202020202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253994" y="2364785"/>
            <a:ext cx="4921012" cy="276999"/>
          </a:xfrm>
          <a:prstGeom prst="rect">
            <a:avLst/>
          </a:prstGeom>
        </p:spPr>
        <p:txBody>
          <a:bodyPr wrap="square" lIns="0" tIns="0" rIns="0" bIns="0" anchor="t">
            <a:spAutoFit/>
          </a:bodyPr>
          <a:lstStyle>
            <a:lvl1pPr marL="0" indent="0" algn="l">
              <a:buNone/>
              <a:defRPr sz="1800" b="1" i="0">
                <a:ln>
                  <a:noFill/>
                </a:ln>
                <a:solidFill>
                  <a:schemeClr val="bg1"/>
                </a:solidFill>
                <a:latin typeface="+mn-lt"/>
                <a:ea typeface="Fira Sans Medium" panose="020B05030500000200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Date/subtitle goes here</a:t>
            </a:r>
          </a:p>
        </p:txBody>
      </p:sp>
      <p:sp>
        <p:nvSpPr>
          <p:cNvPr id="3" name="Freeform: Shape 14">
            <a:extLst>
              <a:ext uri="{FF2B5EF4-FFF2-40B4-BE49-F238E27FC236}">
                <a16:creationId xmlns:a16="http://schemas.microsoft.com/office/drawing/2014/main" id="{3772A556-2D4E-B7B0-40CF-D41CB54BCECF}"/>
              </a:ext>
            </a:extLst>
          </p:cNvPr>
          <p:cNvSpPr/>
          <p:nvPr userDrawn="1"/>
        </p:nvSpPr>
        <p:spPr bwMode="black">
          <a:xfrm>
            <a:off x="5309236" y="1"/>
            <a:ext cx="3834765" cy="5144723"/>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solidFill>
            <a:schemeClr val="bg1"/>
          </a:solidFill>
          <a:ln w="12537" cap="flat">
            <a:noFill/>
            <a:prstDash val="solid"/>
            <a:miter/>
          </a:ln>
        </p:spPr>
        <p:txBody>
          <a:bodyPr rtlCol="0" anchor="ctr"/>
          <a:lstStyle/>
          <a:p>
            <a:endParaRPr lang="en-US" sz="338"/>
          </a:p>
        </p:txBody>
      </p:sp>
      <p:pic>
        <p:nvPicPr>
          <p:cNvPr id="2" name="Graphic 1">
            <a:extLst>
              <a:ext uri="{FF2B5EF4-FFF2-40B4-BE49-F238E27FC236}">
                <a16:creationId xmlns:a16="http://schemas.microsoft.com/office/drawing/2014/main" id="{C9B939C3-07BA-A13A-3765-85E22306AA43}"/>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0050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5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6729412" y="0"/>
            <a:ext cx="2414588"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6919914" y="231893"/>
            <a:ext cx="1949052" cy="3438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225"/>
              </a:spcBef>
              <a:spcAft>
                <a:spcPts val="225"/>
              </a:spcAft>
            </a:pPr>
            <a:r>
              <a:rPr lang="en-US" sz="1125" b="1">
                <a:solidFill>
                  <a:schemeClr val="tx1"/>
                </a:solidFill>
                <a:latin typeface="+mn-lt"/>
              </a:rPr>
              <a:t>Rackspace Technology</a:t>
            </a:r>
          </a:p>
          <a:p>
            <a:pPr>
              <a:lnSpc>
                <a:spcPct val="110000"/>
              </a:lnSpc>
              <a:spcBef>
                <a:spcPts val="225"/>
              </a:spcBef>
              <a:spcAft>
                <a:spcPts val="225"/>
              </a:spcAft>
            </a:pPr>
            <a:r>
              <a:rPr lang="en-US" sz="1125">
                <a:solidFill>
                  <a:schemeClr val="tx1"/>
                </a:solidFill>
                <a:latin typeface="+mn-lt"/>
              </a:rPr>
              <a:t>19122 U.S. Highway 281 North Ste 128, San Antonio, TX 78258</a:t>
            </a:r>
          </a:p>
          <a:p>
            <a:pPr marL="0" algn="l" defTabSz="171450" rtl="0" eaLnBrk="1" latinLnBrk="0" hangingPunct="1">
              <a:lnSpc>
                <a:spcPct val="110000"/>
              </a:lnSpc>
              <a:spcBef>
                <a:spcPts val="225"/>
              </a:spcBef>
              <a:spcAft>
                <a:spcPts val="1350"/>
              </a:spcAft>
            </a:pPr>
            <a:r>
              <a:rPr lang="en-US" sz="1125" b="1" kern="1200" cap="none">
                <a:solidFill>
                  <a:schemeClr val="tx1"/>
                </a:solidFill>
                <a:latin typeface="+mn-lt"/>
                <a:ea typeface="+mn-ea"/>
                <a:cs typeface="+mn-cs"/>
              </a:rPr>
              <a:t>www.rackspace.com</a:t>
            </a:r>
          </a:p>
          <a:p>
            <a:pPr marL="0" marR="0" lvl="0" indent="0" algn="l" defTabSz="171450" rtl="0" eaLnBrk="1" fontAlgn="auto" latinLnBrk="0" hangingPunct="1">
              <a:lnSpc>
                <a:spcPct val="110000"/>
              </a:lnSpc>
              <a:spcBef>
                <a:spcPts val="225"/>
              </a:spcBef>
              <a:spcAft>
                <a:spcPts val="225"/>
              </a:spcAft>
              <a:buClrTx/>
              <a:buSzTx/>
              <a:buFontTx/>
              <a:buNone/>
              <a:tabLst/>
              <a:defRPr sz="1400" b="1">
                <a:solidFill>
                  <a:srgbClr val="2E3238"/>
                </a:solidFill>
              </a:defRPr>
            </a:pPr>
            <a:r>
              <a:rPr kumimoji="0" lang="en-US" sz="45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450" b="0" i="0" u="none" strike="noStrike" kern="1200" cap="none" spc="0" normalizeH="0" baseline="30000" noProof="0">
                <a:ln>
                  <a:noFill/>
                </a:ln>
                <a:solidFill>
                  <a:schemeClr val="tx1"/>
                </a:solidFill>
                <a:effectLst/>
                <a:uLnTx/>
                <a:uFillTx/>
                <a:latin typeface="+mn-lt"/>
                <a:ea typeface="+mn-ea"/>
                <a:cs typeface="+mn-cs"/>
              </a:rPr>
              <a:t>®</a:t>
            </a:r>
            <a:r>
              <a:rPr kumimoji="0" lang="en-US" sz="450" b="0" i="0" u="none" strike="noStrike" kern="1200" cap="none" spc="0" normalizeH="0" baseline="0" noProof="0">
                <a:ln>
                  <a:noFill/>
                </a:ln>
                <a:solidFill>
                  <a:schemeClr val="tx1"/>
                </a:solidFill>
                <a:effectLst/>
                <a:uLnTx/>
                <a:uFillTx/>
                <a:latin typeface="+mn-lt"/>
                <a:ea typeface="+mn-ea"/>
                <a:cs typeface="+mn-cs"/>
              </a:rPr>
              <a:t> Fanatical Support</a:t>
            </a:r>
            <a:r>
              <a:rPr kumimoji="0" lang="en-US" sz="450" b="0" i="0" u="none" strike="noStrike" kern="1200" cap="none" spc="0" normalizeH="0" baseline="30000" noProof="0">
                <a:ln>
                  <a:noFill/>
                </a:ln>
                <a:solidFill>
                  <a:schemeClr val="tx1"/>
                </a:solidFill>
                <a:effectLst/>
                <a:uLnTx/>
                <a:uFillTx/>
                <a:latin typeface="+mn-lt"/>
                <a:ea typeface="+mn-ea"/>
                <a:cs typeface="+mn-cs"/>
              </a:rPr>
              <a:t>®</a:t>
            </a:r>
            <a:r>
              <a:rPr kumimoji="0" lang="en-US" sz="450" b="0" i="0" u="none" strike="noStrike" kern="1200" cap="none" spc="0" normalizeH="0" baseline="0" noProof="0">
                <a:ln>
                  <a:noFill/>
                </a:ln>
                <a:solidFill>
                  <a:schemeClr val="tx1"/>
                </a:solidFill>
                <a:effectLst/>
                <a:uLnTx/>
                <a:uFillTx/>
                <a:latin typeface="+mn-lt"/>
                <a:ea typeface="+mn-ea"/>
                <a:cs typeface="+mn-cs"/>
              </a:rPr>
              <a:t> and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685800" rtl="0" eaLnBrk="1" fontAlgn="auto" latinLnBrk="0" hangingPunct="1">
              <a:lnSpc>
                <a:spcPct val="110000"/>
              </a:lnSpc>
              <a:spcBef>
                <a:spcPts val="225"/>
              </a:spcBef>
              <a:spcAft>
                <a:spcPts val="225"/>
              </a:spcAft>
              <a:buClrTx/>
              <a:buSzTx/>
              <a:buFont typeface="Arial" panose="020B0604020202020204" pitchFamily="34" charset="0"/>
              <a:buNone/>
              <a:tabLst/>
              <a:defRPr/>
            </a:pPr>
            <a:endParaRPr lang="en-US" sz="338" cap="none" baseline="0">
              <a:solidFill>
                <a:schemeClr val="tx1"/>
              </a:solidFill>
              <a:latin typeface="+mn-lt"/>
            </a:endParaRPr>
          </a:p>
          <a:p>
            <a:pPr>
              <a:spcBef>
                <a:spcPts val="225"/>
              </a:spcBef>
              <a:spcAft>
                <a:spcPts val="225"/>
              </a:spcAft>
            </a:pPr>
            <a:endParaRPr lang="en-US" sz="338">
              <a:solidFill>
                <a:schemeClr val="tx1"/>
              </a:solidFill>
              <a:latin typeface="+mn-lt"/>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23243" y="105480"/>
            <a:ext cx="4270176" cy="773289"/>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685800" rtl="0" eaLnBrk="1" latinLnBrk="0" hangingPunct="1">
              <a:lnSpc>
                <a:spcPct val="100000"/>
              </a:lnSpc>
              <a:spcBef>
                <a:spcPct val="0"/>
              </a:spcBef>
              <a:buNone/>
            </a:pPr>
            <a:r>
              <a:rPr lang="en-US" sz="5025" b="0" i="0" kern="1200">
                <a:ln w="9525">
                  <a:noFill/>
                </a:ln>
                <a:solidFill>
                  <a:schemeClr val="bg1"/>
                </a:solidFill>
                <a:latin typeface="Aptos Light" panose="020B0004020202020204" pitchFamily="34" charset="0"/>
                <a:ea typeface="+mj-ea"/>
                <a:cs typeface="+mj-cs"/>
              </a:rPr>
              <a:t>Thank you</a:t>
            </a:r>
          </a:p>
        </p:txBody>
      </p:sp>
      <p:sp>
        <p:nvSpPr>
          <p:cNvPr id="4" name="Text Placeholder 3">
            <a:extLst>
              <a:ext uri="{FF2B5EF4-FFF2-40B4-BE49-F238E27FC236}">
                <a16:creationId xmlns:a16="http://schemas.microsoft.com/office/drawing/2014/main" id="{40BB225F-CF54-A4BB-80AA-14CE6DB0D31F}"/>
              </a:ext>
            </a:extLst>
          </p:cNvPr>
          <p:cNvSpPr>
            <a:spLocks noGrp="1"/>
          </p:cNvSpPr>
          <p:nvPr>
            <p:ph type="body" sz="quarter" idx="10" hasCustomPrompt="1"/>
          </p:nvPr>
        </p:nvSpPr>
        <p:spPr>
          <a:xfrm>
            <a:off x="8051007" y="4699846"/>
            <a:ext cx="817960" cy="207169"/>
          </a:xfrm>
          <a:prstGeom prst="rect">
            <a:avLst/>
          </a:prstGeom>
        </p:spPr>
        <p:txBody>
          <a:bodyPr lIns="0" tIns="0" rIns="0" bIns="0"/>
          <a:lstStyle>
            <a:lvl1pPr marL="0" indent="0" algn="r">
              <a:buNone/>
              <a:defRPr sz="600">
                <a:latin typeface="Fira Sans" panose="020B0503050000020004" pitchFamily="34" charset="0"/>
              </a:defRPr>
            </a:lvl1pPr>
          </a:lstStyle>
          <a:p>
            <a:pPr lvl="0"/>
            <a:r>
              <a:rPr lang="en-GB"/>
              <a:t>TSK number</a:t>
            </a:r>
            <a:endParaRPr lang="en-US"/>
          </a:p>
        </p:txBody>
      </p:sp>
      <p:pic>
        <p:nvPicPr>
          <p:cNvPr id="3" name="Graphic 2">
            <a:extLst>
              <a:ext uri="{FF2B5EF4-FFF2-40B4-BE49-F238E27FC236}">
                <a16:creationId xmlns:a16="http://schemas.microsoft.com/office/drawing/2014/main" id="{594D9AB6-AFA7-9CA5-EF5C-0C4311756C8C}"/>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352831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Thank you US">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23243" y="1802034"/>
            <a:ext cx="4270176" cy="773289"/>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685800" rtl="0" eaLnBrk="1" latinLnBrk="0" hangingPunct="1">
              <a:lnSpc>
                <a:spcPct val="100000"/>
              </a:lnSpc>
              <a:spcBef>
                <a:spcPct val="0"/>
              </a:spcBef>
              <a:buNone/>
            </a:pPr>
            <a:r>
              <a:rPr lang="en-US" sz="5025" b="0" i="0" kern="1200">
                <a:ln w="9525">
                  <a:noFill/>
                </a:ln>
                <a:solidFill>
                  <a:schemeClr val="bg1"/>
                </a:solidFill>
                <a:latin typeface="Aptos Light" panose="020B00040202020202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stretch>
            <a:fillRect/>
          </a:stretch>
        </p:blipFill>
        <p:spPr>
          <a:xfrm>
            <a:off x="245927" y="4377907"/>
            <a:ext cx="1831086" cy="567637"/>
          </a:xfrm>
          <a:prstGeom prst="rect">
            <a:avLst/>
          </a:prstGeom>
        </p:spPr>
      </p:pic>
      <p:sp>
        <p:nvSpPr>
          <p:cNvPr id="4" name="Text Placeholder 3">
            <a:extLst>
              <a:ext uri="{FF2B5EF4-FFF2-40B4-BE49-F238E27FC236}">
                <a16:creationId xmlns:a16="http://schemas.microsoft.com/office/drawing/2014/main" id="{40BB225F-CF54-A4BB-80AA-14CE6DB0D31F}"/>
              </a:ext>
            </a:extLst>
          </p:cNvPr>
          <p:cNvSpPr>
            <a:spLocks noGrp="1"/>
          </p:cNvSpPr>
          <p:nvPr>
            <p:ph type="body" sz="quarter" idx="10" hasCustomPrompt="1"/>
          </p:nvPr>
        </p:nvSpPr>
        <p:spPr>
          <a:xfrm>
            <a:off x="8051007" y="4699846"/>
            <a:ext cx="817960" cy="207169"/>
          </a:xfrm>
          <a:prstGeom prst="rect">
            <a:avLst/>
          </a:prstGeom>
        </p:spPr>
        <p:txBody>
          <a:bodyPr lIns="0" tIns="0" rIns="0" bIns="0"/>
          <a:lstStyle>
            <a:lvl1pPr marL="0" indent="0" algn="r">
              <a:buNone/>
              <a:defRPr sz="600">
                <a:solidFill>
                  <a:schemeClr val="bg1"/>
                </a:solidFill>
                <a:latin typeface="Fira Sans" panose="020B0503050000020004" pitchFamily="34" charset="0"/>
              </a:defRPr>
            </a:lvl1pPr>
          </a:lstStyle>
          <a:p>
            <a:pPr lvl="0"/>
            <a:r>
              <a:rPr lang="en-GB"/>
              <a:t>TSK number</a:t>
            </a:r>
            <a:endParaRPr lang="en-US"/>
          </a:p>
        </p:txBody>
      </p:sp>
    </p:spTree>
    <p:extLst>
      <p:ext uri="{BB962C8B-B14F-4D97-AF65-F5344CB8AC3E}">
        <p14:creationId xmlns:p14="http://schemas.microsoft.com/office/powerpoint/2010/main" val="897769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6729412" y="0"/>
            <a:ext cx="2414588"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6919722" y="233172"/>
            <a:ext cx="1947672" cy="3438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171450" rtl="0" eaLnBrk="1" latinLnBrk="0" hangingPunct="1">
              <a:lnSpc>
                <a:spcPct val="110000"/>
              </a:lnSpc>
              <a:spcBef>
                <a:spcPts val="225"/>
              </a:spcBef>
              <a:spcAft>
                <a:spcPts val="225"/>
              </a:spcAft>
            </a:pPr>
            <a:r>
              <a:rPr lang="en-US" sz="1125" b="1" kern="1200">
                <a:solidFill>
                  <a:schemeClr val="tx1"/>
                </a:solidFill>
                <a:latin typeface="+mn-lt"/>
                <a:ea typeface="+mn-ea"/>
                <a:cs typeface="+mn-cs"/>
              </a:rPr>
              <a:t>Rackspace Technology</a:t>
            </a:r>
          </a:p>
          <a:p>
            <a:pPr marL="0" algn="l" defTabSz="171450" rtl="0" eaLnBrk="1" latinLnBrk="0" hangingPunct="1">
              <a:lnSpc>
                <a:spcPct val="110000"/>
              </a:lnSpc>
              <a:spcBef>
                <a:spcPts val="225"/>
              </a:spcBef>
              <a:spcAft>
                <a:spcPts val="225"/>
              </a:spcAft>
            </a:pPr>
            <a:r>
              <a:rPr lang="en-US" sz="1125" kern="1200">
                <a:solidFill>
                  <a:schemeClr val="tx1"/>
                </a:solidFill>
                <a:latin typeface="+mn-lt"/>
                <a:ea typeface="+mn-ea"/>
                <a:cs typeface="+mn-cs"/>
              </a:rPr>
              <a:t>8 Millington Road</a:t>
            </a:r>
            <a:br>
              <a:rPr lang="en-US" sz="1125" kern="1200">
                <a:solidFill>
                  <a:schemeClr val="tx1"/>
                </a:solidFill>
                <a:latin typeface="+mn-lt"/>
                <a:ea typeface="+mn-ea"/>
                <a:cs typeface="+mn-cs"/>
              </a:rPr>
            </a:br>
            <a:r>
              <a:rPr lang="en-US" sz="1125" kern="1200">
                <a:solidFill>
                  <a:schemeClr val="tx1"/>
                </a:solidFill>
                <a:latin typeface="+mn-lt"/>
                <a:ea typeface="+mn-ea"/>
                <a:cs typeface="+mn-cs"/>
              </a:rPr>
              <a:t>Hayes, Middlesex </a:t>
            </a:r>
            <a:br>
              <a:rPr lang="en-US" sz="1125" kern="1200">
                <a:solidFill>
                  <a:schemeClr val="tx1"/>
                </a:solidFill>
                <a:latin typeface="+mn-lt"/>
                <a:ea typeface="+mn-ea"/>
                <a:cs typeface="+mn-cs"/>
              </a:rPr>
            </a:br>
            <a:r>
              <a:rPr lang="en-US" sz="1125" kern="1200">
                <a:solidFill>
                  <a:schemeClr val="tx1"/>
                </a:solidFill>
                <a:latin typeface="+mn-lt"/>
                <a:ea typeface="+mn-ea"/>
                <a:cs typeface="+mn-cs"/>
              </a:rPr>
              <a:t>UB3 4AZ</a:t>
            </a:r>
          </a:p>
          <a:p>
            <a:pPr>
              <a:lnSpc>
                <a:spcPct val="110000"/>
              </a:lnSpc>
              <a:spcBef>
                <a:spcPts val="225"/>
              </a:spcBef>
              <a:spcAft>
                <a:spcPts val="225"/>
              </a:spcAft>
            </a:pPr>
            <a:r>
              <a:rPr lang="en-US" sz="1125">
                <a:solidFill>
                  <a:schemeClr val="tx1"/>
                </a:solidFill>
                <a:latin typeface="+mn-lt"/>
              </a:rPr>
              <a:t>U.K. sales: 020 8734 2600  </a:t>
            </a:r>
            <a:br>
              <a:rPr lang="en-US" sz="1125">
                <a:solidFill>
                  <a:schemeClr val="tx1"/>
                </a:solidFill>
                <a:latin typeface="+mn-lt"/>
              </a:rPr>
            </a:br>
            <a:r>
              <a:rPr lang="en-US" sz="1125">
                <a:solidFill>
                  <a:schemeClr val="tx1"/>
                </a:solidFill>
                <a:latin typeface="+mn-lt"/>
              </a:rPr>
              <a:t>U.K. support: 020 8734 2700   </a:t>
            </a:r>
          </a:p>
          <a:p>
            <a:pPr marL="0" algn="l" defTabSz="171450" rtl="0" eaLnBrk="1" latinLnBrk="0" hangingPunct="1">
              <a:lnSpc>
                <a:spcPct val="110000"/>
              </a:lnSpc>
              <a:spcBef>
                <a:spcPts val="225"/>
              </a:spcBef>
              <a:spcAft>
                <a:spcPts val="1350"/>
              </a:spcAft>
            </a:pPr>
            <a:r>
              <a:rPr lang="en-US" sz="1125" b="1" kern="1200" cap="none">
                <a:solidFill>
                  <a:schemeClr val="tx1"/>
                </a:solidFill>
                <a:latin typeface="+mn-lt"/>
                <a:ea typeface="+mn-ea"/>
                <a:cs typeface="+mn-cs"/>
              </a:rPr>
              <a:t>www.rackspace.co.uk</a:t>
            </a:r>
          </a:p>
          <a:p>
            <a:pPr marL="0" marR="0" lvl="0" indent="0" algn="l" defTabSz="171450" rtl="0" eaLnBrk="1" fontAlgn="auto" latinLnBrk="0" hangingPunct="1">
              <a:lnSpc>
                <a:spcPct val="110000"/>
              </a:lnSpc>
              <a:spcBef>
                <a:spcPts val="225"/>
              </a:spcBef>
              <a:spcAft>
                <a:spcPts val="225"/>
              </a:spcAft>
              <a:buClrTx/>
              <a:buSzTx/>
              <a:buFontTx/>
              <a:buNone/>
              <a:tabLst/>
              <a:defRPr sz="1400" b="1">
                <a:solidFill>
                  <a:srgbClr val="2E3238"/>
                </a:solidFill>
              </a:defRPr>
            </a:pPr>
            <a:r>
              <a:rPr kumimoji="0" lang="en-US" sz="45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450" b="0" i="0" u="none" strike="noStrike" kern="1200" cap="none" spc="0" normalizeH="0" baseline="30000" noProof="0">
                <a:ln>
                  <a:noFill/>
                </a:ln>
                <a:solidFill>
                  <a:schemeClr val="tx1"/>
                </a:solidFill>
                <a:effectLst/>
                <a:uLnTx/>
                <a:uFillTx/>
                <a:latin typeface="+mn-lt"/>
                <a:ea typeface="+mn-ea"/>
                <a:cs typeface="+mn-cs"/>
              </a:rPr>
              <a:t>®</a:t>
            </a:r>
            <a:r>
              <a:rPr kumimoji="0" lang="en-US" sz="450" b="0" i="0" u="none" strike="noStrike" kern="1200" cap="none" spc="0" normalizeH="0" baseline="0" noProof="0">
                <a:ln>
                  <a:noFill/>
                </a:ln>
                <a:solidFill>
                  <a:schemeClr val="tx1"/>
                </a:solidFill>
                <a:effectLst/>
                <a:uLnTx/>
                <a:uFillTx/>
                <a:latin typeface="+mn-lt"/>
                <a:ea typeface="+mn-ea"/>
                <a:cs typeface="+mn-cs"/>
              </a:rPr>
              <a:t> Fanatical Support</a:t>
            </a:r>
            <a:r>
              <a:rPr kumimoji="0" lang="en-US" sz="450" b="0" i="0" u="none" strike="noStrike" kern="1200" cap="none" spc="0" normalizeH="0" baseline="30000" noProof="0">
                <a:ln>
                  <a:noFill/>
                </a:ln>
                <a:solidFill>
                  <a:schemeClr val="tx1"/>
                </a:solidFill>
                <a:effectLst/>
                <a:uLnTx/>
                <a:uFillTx/>
                <a:latin typeface="+mn-lt"/>
                <a:ea typeface="+mn-ea"/>
                <a:cs typeface="+mn-cs"/>
              </a:rPr>
              <a:t>®</a:t>
            </a:r>
            <a:r>
              <a:rPr kumimoji="0" lang="en-US" sz="450" b="0" i="0" u="none" strike="noStrike" kern="1200" cap="none" spc="0" normalizeH="0" baseline="0" noProof="0">
                <a:ln>
                  <a:noFill/>
                </a:ln>
                <a:solidFill>
                  <a:schemeClr val="tx1"/>
                </a:solidFill>
                <a:effectLst/>
                <a:uLnTx/>
                <a:uFillTx/>
                <a:latin typeface="+mn-lt"/>
                <a:ea typeface="+mn-ea"/>
                <a:cs typeface="+mn-cs"/>
              </a:rPr>
              <a:t> and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450" b="0" i="0" u="none" strike="noStrike" kern="1200" cap="none" spc="0" normalizeH="0" baseline="0" noProof="0">
                <a:ln>
                  <a:noFill/>
                </a:ln>
                <a:solidFill>
                  <a:schemeClr val="tx1"/>
                </a:solidFill>
                <a:effectLst/>
                <a:uLnTx/>
                <a:uFillTx/>
                <a:latin typeface="+mn-lt"/>
                <a:ea typeface="+mn-ea"/>
                <a:cs typeface="+mn-cs"/>
              </a:rPr>
            </a:br>
            <a:r>
              <a:rPr kumimoji="0" lang="en-US" sz="45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525" cap="none" baseline="0">
              <a:solidFill>
                <a:schemeClr val="tx1"/>
              </a:solidFill>
              <a:latin typeface="+mn-lt"/>
            </a:endParaRPr>
          </a:p>
          <a:p>
            <a:pPr>
              <a:spcBef>
                <a:spcPts val="225"/>
              </a:spcBef>
              <a:spcAft>
                <a:spcPts val="225"/>
              </a:spcAft>
            </a:pPr>
            <a:endParaRPr lang="en-US" sz="338">
              <a:solidFill>
                <a:schemeClr val="tx1"/>
              </a:solidFill>
              <a:latin typeface="+mn-lt"/>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stretch>
            <a:fillRect/>
          </a:stretch>
        </p:blipFill>
        <p:spPr>
          <a:xfrm>
            <a:off x="245927" y="4377907"/>
            <a:ext cx="1831086" cy="567637"/>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23243" y="105480"/>
            <a:ext cx="4270176" cy="773289"/>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685800" rtl="0" eaLnBrk="1" latinLnBrk="0" hangingPunct="1">
              <a:lnSpc>
                <a:spcPct val="100000"/>
              </a:lnSpc>
              <a:spcBef>
                <a:spcPct val="0"/>
              </a:spcBef>
              <a:buNone/>
            </a:pPr>
            <a:r>
              <a:rPr lang="en-US" sz="5025" b="0" i="0" kern="1200">
                <a:ln w="9525">
                  <a:noFill/>
                </a:ln>
                <a:solidFill>
                  <a:schemeClr val="bg1"/>
                </a:solidFill>
                <a:latin typeface="Aptos Light" panose="020B0004020202020204" pitchFamily="34" charset="0"/>
                <a:ea typeface="+mj-ea"/>
                <a:cs typeface="+mj-cs"/>
              </a:rPr>
              <a:t>Thank you</a:t>
            </a:r>
          </a:p>
        </p:txBody>
      </p:sp>
    </p:spTree>
    <p:extLst>
      <p:ext uri="{BB962C8B-B14F-4D97-AF65-F5344CB8AC3E}">
        <p14:creationId xmlns:p14="http://schemas.microsoft.com/office/powerpoint/2010/main" val="26790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047954A-9825-7A10-C1E0-2C589652D428}"/>
              </a:ext>
            </a:extLst>
          </p:cNvPr>
          <p:cNvSpPr/>
          <p:nvPr userDrawn="1"/>
        </p:nvSpPr>
        <p:spPr>
          <a:xfrm>
            <a:off x="3125706" y="2246069"/>
            <a:ext cx="3007954" cy="619033"/>
          </a:xfrm>
          <a:custGeom>
            <a:avLst/>
            <a:gdLst>
              <a:gd name="connsiteX0" fmla="*/ 2101054 w 4010605"/>
              <a:gd name="connsiteY0" fmla="*/ 497433 h 825377"/>
              <a:gd name="connsiteX1" fmla="*/ 2054921 w 4010605"/>
              <a:gd name="connsiteY1" fmla="*/ 612765 h 825377"/>
              <a:gd name="connsiteX2" fmla="*/ 1870389 w 4010605"/>
              <a:gd name="connsiteY2" fmla="*/ 673941 h 825377"/>
              <a:gd name="connsiteX3" fmla="*/ 1723967 w 4010605"/>
              <a:gd name="connsiteY3" fmla="*/ 639843 h 825377"/>
              <a:gd name="connsiteX4" fmla="*/ 1745028 w 4010605"/>
              <a:gd name="connsiteY4" fmla="*/ 526517 h 825377"/>
              <a:gd name="connsiteX5" fmla="*/ 1884429 w 4010605"/>
              <a:gd name="connsiteY5" fmla="*/ 565629 h 825377"/>
              <a:gd name="connsiteX6" fmla="*/ 1945606 w 4010605"/>
              <a:gd name="connsiteY6" fmla="*/ 521502 h 825377"/>
              <a:gd name="connsiteX7" fmla="*/ 1883427 w 4010605"/>
              <a:gd name="connsiteY7" fmla="*/ 457317 h 825377"/>
              <a:gd name="connsiteX8" fmla="*/ 1778123 w 4010605"/>
              <a:gd name="connsiteY8" fmla="*/ 324936 h 825377"/>
              <a:gd name="connsiteX9" fmla="*/ 1998759 w 4010605"/>
              <a:gd name="connsiteY9" fmla="*/ 151436 h 825377"/>
              <a:gd name="connsiteX10" fmla="*/ 2139163 w 4010605"/>
              <a:gd name="connsiteY10" fmla="*/ 184532 h 825377"/>
              <a:gd name="connsiteX11" fmla="*/ 2119106 w 4010605"/>
              <a:gd name="connsiteY11" fmla="*/ 297858 h 825377"/>
              <a:gd name="connsiteX12" fmla="*/ 1992741 w 4010605"/>
              <a:gd name="connsiteY12" fmla="*/ 261754 h 825377"/>
              <a:gd name="connsiteX13" fmla="*/ 1928557 w 4010605"/>
              <a:gd name="connsiteY13" fmla="*/ 304878 h 825377"/>
              <a:gd name="connsiteX14" fmla="*/ 1988730 w 4010605"/>
              <a:gd name="connsiteY14" fmla="*/ 361040 h 825377"/>
              <a:gd name="connsiteX15" fmla="*/ 2101054 w 4010605"/>
              <a:gd name="connsiteY15" fmla="*/ 497433 h 825377"/>
              <a:gd name="connsiteX16" fmla="*/ 1184413 w 4010605"/>
              <a:gd name="connsiteY16" fmla="*/ 152439 h 825377"/>
              <a:gd name="connsiteX17" fmla="*/ 857471 w 4010605"/>
              <a:gd name="connsiteY17" fmla="*/ 469352 h 825377"/>
              <a:gd name="connsiteX18" fmla="*/ 1069080 w 4010605"/>
              <a:gd name="connsiteY18" fmla="*/ 674944 h 825377"/>
              <a:gd name="connsiteX19" fmla="*/ 1211491 w 4010605"/>
              <a:gd name="connsiteY19" fmla="*/ 647866 h 825377"/>
              <a:gd name="connsiteX20" fmla="*/ 1234557 w 4010605"/>
              <a:gd name="connsiteY20" fmla="*/ 523508 h 825377"/>
              <a:gd name="connsiteX21" fmla="*/ 1110199 w 4010605"/>
              <a:gd name="connsiteY21" fmla="*/ 555600 h 825377"/>
              <a:gd name="connsiteX22" fmla="*/ 1012918 w 4010605"/>
              <a:gd name="connsiteY22" fmla="*/ 453306 h 825377"/>
              <a:gd name="connsiteX23" fmla="*/ 1181404 w 4010605"/>
              <a:gd name="connsiteY23" fmla="*/ 271783 h 825377"/>
              <a:gd name="connsiteX24" fmla="*/ 1263641 w 4010605"/>
              <a:gd name="connsiteY24" fmla="*/ 290838 h 825377"/>
              <a:gd name="connsiteX25" fmla="*/ 1286707 w 4010605"/>
              <a:gd name="connsiteY25" fmla="*/ 169488 h 825377"/>
              <a:gd name="connsiteX26" fmla="*/ 1184413 w 4010605"/>
              <a:gd name="connsiteY26" fmla="*/ 152439 h 825377"/>
              <a:gd name="connsiteX27" fmla="*/ 1184413 w 4010605"/>
              <a:gd name="connsiteY27" fmla="*/ 152439 h 825377"/>
              <a:gd name="connsiteX28" fmla="*/ 3797943 w 4010605"/>
              <a:gd name="connsiteY28" fmla="*/ 558609 h 825377"/>
              <a:gd name="connsiteX29" fmla="*/ 3972445 w 4010605"/>
              <a:gd name="connsiteY29" fmla="*/ 509467 h 825377"/>
              <a:gd name="connsiteX30" fmla="*/ 3948376 w 4010605"/>
              <a:gd name="connsiteY30" fmla="*/ 634829 h 825377"/>
              <a:gd name="connsiteX31" fmla="*/ 3761839 w 4010605"/>
              <a:gd name="connsiteY31" fmla="*/ 674944 h 825377"/>
              <a:gd name="connsiteX32" fmla="*/ 3544212 w 4010605"/>
              <a:gd name="connsiteY32" fmla="*/ 463335 h 825377"/>
              <a:gd name="connsiteX33" fmla="*/ 3622437 w 4010605"/>
              <a:gd name="connsiteY33" fmla="*/ 250722 h 825377"/>
              <a:gd name="connsiteX34" fmla="*/ 3836052 w 4010605"/>
              <a:gd name="connsiteY34" fmla="*/ 152439 h 825377"/>
              <a:gd name="connsiteX35" fmla="*/ 4010555 w 4010605"/>
              <a:gd name="connsiteY35" fmla="*/ 303875 h 825377"/>
              <a:gd name="connsiteX36" fmla="*/ 3970440 w 4010605"/>
              <a:gd name="connsiteY36" fmla="*/ 406170 h 825377"/>
              <a:gd name="connsiteX37" fmla="*/ 3684616 w 4010605"/>
              <a:gd name="connsiteY37" fmla="*/ 460326 h 825377"/>
              <a:gd name="connsiteX38" fmla="*/ 3797943 w 4010605"/>
              <a:gd name="connsiteY38" fmla="*/ 558609 h 825377"/>
              <a:gd name="connsiteX39" fmla="*/ 3797943 w 4010605"/>
              <a:gd name="connsiteY39" fmla="*/ 558609 h 825377"/>
              <a:gd name="connsiteX40" fmla="*/ 3701665 w 4010605"/>
              <a:gd name="connsiteY40" fmla="*/ 362043 h 825377"/>
              <a:gd name="connsiteX41" fmla="*/ 3859119 w 4010605"/>
              <a:gd name="connsiteY41" fmla="*/ 332959 h 825377"/>
              <a:gd name="connsiteX42" fmla="*/ 3818001 w 4010605"/>
              <a:gd name="connsiteY42" fmla="*/ 260751 h 825377"/>
              <a:gd name="connsiteX43" fmla="*/ 3701665 w 4010605"/>
              <a:gd name="connsiteY43" fmla="*/ 362043 h 825377"/>
              <a:gd name="connsiteX44" fmla="*/ 3469998 w 4010605"/>
              <a:gd name="connsiteY44" fmla="*/ 152439 h 825377"/>
              <a:gd name="connsiteX45" fmla="*/ 3143056 w 4010605"/>
              <a:gd name="connsiteY45" fmla="*/ 469352 h 825377"/>
              <a:gd name="connsiteX46" fmla="*/ 3354666 w 4010605"/>
              <a:gd name="connsiteY46" fmla="*/ 674944 h 825377"/>
              <a:gd name="connsiteX47" fmla="*/ 3497076 w 4010605"/>
              <a:gd name="connsiteY47" fmla="*/ 647866 h 825377"/>
              <a:gd name="connsiteX48" fmla="*/ 3520142 w 4010605"/>
              <a:gd name="connsiteY48" fmla="*/ 523508 h 825377"/>
              <a:gd name="connsiteX49" fmla="*/ 3395784 w 4010605"/>
              <a:gd name="connsiteY49" fmla="*/ 555600 h 825377"/>
              <a:gd name="connsiteX50" fmla="*/ 3298504 w 4010605"/>
              <a:gd name="connsiteY50" fmla="*/ 453306 h 825377"/>
              <a:gd name="connsiteX51" fmla="*/ 3466989 w 4010605"/>
              <a:gd name="connsiteY51" fmla="*/ 271783 h 825377"/>
              <a:gd name="connsiteX52" fmla="*/ 3549226 w 4010605"/>
              <a:gd name="connsiteY52" fmla="*/ 290838 h 825377"/>
              <a:gd name="connsiteX53" fmla="*/ 3572293 w 4010605"/>
              <a:gd name="connsiteY53" fmla="*/ 169488 h 825377"/>
              <a:gd name="connsiteX54" fmla="*/ 3469998 w 4010605"/>
              <a:gd name="connsiteY54" fmla="*/ 152439 h 825377"/>
              <a:gd name="connsiteX55" fmla="*/ 3117984 w 4010605"/>
              <a:gd name="connsiteY55" fmla="*/ 383104 h 825377"/>
              <a:gd name="connsiteX56" fmla="*/ 3064830 w 4010605"/>
              <a:gd name="connsiteY56" fmla="*/ 663912 h 825377"/>
              <a:gd name="connsiteX57" fmla="*/ 2922420 w 4010605"/>
              <a:gd name="connsiteY57" fmla="*/ 663912 h 825377"/>
              <a:gd name="connsiteX58" fmla="*/ 2940472 w 4010605"/>
              <a:gd name="connsiteY58" fmla="*/ 567635 h 825377"/>
              <a:gd name="connsiteX59" fmla="*/ 2791041 w 4010605"/>
              <a:gd name="connsiteY59" fmla="*/ 675947 h 825377"/>
              <a:gd name="connsiteX60" fmla="*/ 2647628 w 4010605"/>
              <a:gd name="connsiteY60" fmla="*/ 500441 h 825377"/>
              <a:gd name="connsiteX61" fmla="*/ 2751929 w 4010605"/>
              <a:gd name="connsiteY61" fmla="*/ 236682 h 825377"/>
              <a:gd name="connsiteX62" fmla="*/ 2957521 w 4010605"/>
              <a:gd name="connsiteY62" fmla="*/ 152439 h 825377"/>
              <a:gd name="connsiteX63" fmla="*/ 3090906 w 4010605"/>
              <a:gd name="connsiteY63" fmla="*/ 203586 h 825377"/>
              <a:gd name="connsiteX64" fmla="*/ 3117984 w 4010605"/>
              <a:gd name="connsiteY64" fmla="*/ 383104 h 825377"/>
              <a:gd name="connsiteX65" fmla="*/ 2981590 w 4010605"/>
              <a:gd name="connsiteY65" fmla="*/ 318919 h 825377"/>
              <a:gd name="connsiteX66" fmla="*/ 2928437 w 4010605"/>
              <a:gd name="connsiteY66" fmla="*/ 264763 h 825377"/>
              <a:gd name="connsiteX67" fmla="*/ 2798062 w 4010605"/>
              <a:gd name="connsiteY67" fmla="*/ 469352 h 825377"/>
              <a:gd name="connsiteX68" fmla="*/ 2851215 w 4010605"/>
              <a:gd name="connsiteY68" fmla="*/ 554597 h 825377"/>
              <a:gd name="connsiteX69" fmla="*/ 2967550 w 4010605"/>
              <a:gd name="connsiteY69" fmla="*/ 415196 h 825377"/>
              <a:gd name="connsiteX70" fmla="*/ 2981590 w 4010605"/>
              <a:gd name="connsiteY70" fmla="*/ 318919 h 825377"/>
              <a:gd name="connsiteX71" fmla="*/ 2981590 w 4010605"/>
              <a:gd name="connsiteY71" fmla="*/ 318919 h 825377"/>
              <a:gd name="connsiteX72" fmla="*/ 832398 w 4010605"/>
              <a:gd name="connsiteY72" fmla="*/ 383104 h 825377"/>
              <a:gd name="connsiteX73" fmla="*/ 779245 w 4010605"/>
              <a:gd name="connsiteY73" fmla="*/ 663912 h 825377"/>
              <a:gd name="connsiteX74" fmla="*/ 636835 w 4010605"/>
              <a:gd name="connsiteY74" fmla="*/ 663912 h 825377"/>
              <a:gd name="connsiteX75" fmla="*/ 654887 w 4010605"/>
              <a:gd name="connsiteY75" fmla="*/ 567635 h 825377"/>
              <a:gd name="connsiteX76" fmla="*/ 505456 w 4010605"/>
              <a:gd name="connsiteY76" fmla="*/ 675947 h 825377"/>
              <a:gd name="connsiteX77" fmla="*/ 362043 w 4010605"/>
              <a:gd name="connsiteY77" fmla="*/ 500441 h 825377"/>
              <a:gd name="connsiteX78" fmla="*/ 466344 w 4010605"/>
              <a:gd name="connsiteY78" fmla="*/ 236682 h 825377"/>
              <a:gd name="connsiteX79" fmla="*/ 671936 w 4010605"/>
              <a:gd name="connsiteY79" fmla="*/ 152439 h 825377"/>
              <a:gd name="connsiteX80" fmla="*/ 805320 w 4010605"/>
              <a:gd name="connsiteY80" fmla="*/ 203586 h 825377"/>
              <a:gd name="connsiteX81" fmla="*/ 832398 w 4010605"/>
              <a:gd name="connsiteY81" fmla="*/ 383104 h 825377"/>
              <a:gd name="connsiteX82" fmla="*/ 696005 w 4010605"/>
              <a:gd name="connsiteY82" fmla="*/ 318919 h 825377"/>
              <a:gd name="connsiteX83" fmla="*/ 642852 w 4010605"/>
              <a:gd name="connsiteY83" fmla="*/ 264763 h 825377"/>
              <a:gd name="connsiteX84" fmla="*/ 512477 w 4010605"/>
              <a:gd name="connsiteY84" fmla="*/ 469352 h 825377"/>
              <a:gd name="connsiteX85" fmla="*/ 565630 w 4010605"/>
              <a:gd name="connsiteY85" fmla="*/ 554597 h 825377"/>
              <a:gd name="connsiteX86" fmla="*/ 681965 w 4010605"/>
              <a:gd name="connsiteY86" fmla="*/ 415196 h 825377"/>
              <a:gd name="connsiteX87" fmla="*/ 696005 w 4010605"/>
              <a:gd name="connsiteY87" fmla="*/ 318919 h 825377"/>
              <a:gd name="connsiteX88" fmla="*/ 2637600 w 4010605"/>
              <a:gd name="connsiteY88" fmla="*/ 342988 h 825377"/>
              <a:gd name="connsiteX89" fmla="*/ 2473126 w 4010605"/>
              <a:gd name="connsiteY89" fmla="*/ 645860 h 825377"/>
              <a:gd name="connsiteX90" fmla="*/ 2364814 w 4010605"/>
              <a:gd name="connsiteY90" fmla="*/ 675947 h 825377"/>
              <a:gd name="connsiteX91" fmla="*/ 2265527 w 4010605"/>
              <a:gd name="connsiteY91" fmla="*/ 625803 h 825377"/>
              <a:gd name="connsiteX92" fmla="*/ 2227418 w 4010605"/>
              <a:gd name="connsiteY92" fmla="*/ 825377 h 825377"/>
              <a:gd name="connsiteX93" fmla="*/ 2078990 w 4010605"/>
              <a:gd name="connsiteY93" fmla="*/ 825377 h 825377"/>
              <a:gd name="connsiteX94" fmla="*/ 2205354 w 4010605"/>
              <a:gd name="connsiteY94" fmla="*/ 161465 h 825377"/>
              <a:gd name="connsiteX95" fmla="*/ 2336733 w 4010605"/>
              <a:gd name="connsiteY95" fmla="*/ 161465 h 825377"/>
              <a:gd name="connsiteX96" fmla="*/ 2321689 w 4010605"/>
              <a:gd name="connsiteY96" fmla="*/ 241696 h 825377"/>
              <a:gd name="connsiteX97" fmla="*/ 2475131 w 4010605"/>
              <a:gd name="connsiteY97" fmla="*/ 151436 h 825377"/>
              <a:gd name="connsiteX98" fmla="*/ 2637600 w 4010605"/>
              <a:gd name="connsiteY98" fmla="*/ 342988 h 825377"/>
              <a:gd name="connsiteX99" fmla="*/ 2637600 w 4010605"/>
              <a:gd name="connsiteY99" fmla="*/ 342988 h 825377"/>
              <a:gd name="connsiteX100" fmla="*/ 2483155 w 4010605"/>
              <a:gd name="connsiteY100" fmla="*/ 354020 h 825377"/>
              <a:gd name="connsiteX101" fmla="*/ 2422981 w 4010605"/>
              <a:gd name="connsiteY101" fmla="*/ 272786 h 825377"/>
              <a:gd name="connsiteX102" fmla="*/ 2302634 w 4010605"/>
              <a:gd name="connsiteY102" fmla="*/ 431242 h 825377"/>
              <a:gd name="connsiteX103" fmla="*/ 2347765 w 4010605"/>
              <a:gd name="connsiteY103" fmla="*/ 562621 h 825377"/>
              <a:gd name="connsiteX104" fmla="*/ 2483155 w 4010605"/>
              <a:gd name="connsiteY104" fmla="*/ 354020 h 825377"/>
              <a:gd name="connsiteX105" fmla="*/ 2483155 w 4010605"/>
              <a:gd name="connsiteY105" fmla="*/ 354020 h 825377"/>
              <a:gd name="connsiteX106" fmla="*/ 207598 w 4010605"/>
              <a:gd name="connsiteY106" fmla="*/ 272786 h 825377"/>
              <a:gd name="connsiteX107" fmla="*/ 228659 w 4010605"/>
              <a:gd name="connsiteY107" fmla="*/ 161465 h 825377"/>
              <a:gd name="connsiteX108" fmla="*/ 97280 w 4010605"/>
              <a:gd name="connsiteY108" fmla="*/ 161465 h 825377"/>
              <a:gd name="connsiteX109" fmla="*/ 0 w 4010605"/>
              <a:gd name="connsiteY109" fmla="*/ 672938 h 825377"/>
              <a:gd name="connsiteX110" fmla="*/ 148428 w 4010605"/>
              <a:gd name="connsiteY110" fmla="*/ 672938 h 825377"/>
              <a:gd name="connsiteX111" fmla="*/ 188543 w 4010605"/>
              <a:gd name="connsiteY111" fmla="*/ 461329 h 825377"/>
              <a:gd name="connsiteX112" fmla="*/ 385110 w 4010605"/>
              <a:gd name="connsiteY112" fmla="*/ 301870 h 825377"/>
              <a:gd name="connsiteX113" fmla="*/ 414193 w 4010605"/>
              <a:gd name="connsiteY113" fmla="*/ 149430 h 825377"/>
              <a:gd name="connsiteX114" fmla="*/ 207598 w 4010605"/>
              <a:gd name="connsiteY114" fmla="*/ 272786 h 825377"/>
              <a:gd name="connsiteX115" fmla="*/ 1400034 w 4010605"/>
              <a:gd name="connsiteY115" fmla="*/ 663912 h 825377"/>
              <a:gd name="connsiteX116" fmla="*/ 1451181 w 4010605"/>
              <a:gd name="connsiteY116" fmla="*/ 394135 h 825377"/>
              <a:gd name="connsiteX117" fmla="*/ 1556485 w 4010605"/>
              <a:gd name="connsiteY117" fmla="*/ 663912 h 825377"/>
              <a:gd name="connsiteX118" fmla="*/ 1716947 w 4010605"/>
              <a:gd name="connsiteY118" fmla="*/ 663912 h 825377"/>
              <a:gd name="connsiteX119" fmla="*/ 1607632 w 4010605"/>
              <a:gd name="connsiteY119" fmla="*/ 392130 h 825377"/>
              <a:gd name="connsiteX120" fmla="*/ 1806204 w 4010605"/>
              <a:gd name="connsiteY120" fmla="*/ 160462 h 825377"/>
              <a:gd name="connsiteX121" fmla="*/ 1643736 w 4010605"/>
              <a:gd name="connsiteY121" fmla="*/ 160462 h 825377"/>
              <a:gd name="connsiteX122" fmla="*/ 1452184 w 4010605"/>
              <a:gd name="connsiteY122" fmla="*/ 390124 h 825377"/>
              <a:gd name="connsiteX123" fmla="*/ 1526398 w 4010605"/>
              <a:gd name="connsiteY123" fmla="*/ 0 h 825377"/>
              <a:gd name="connsiteX124" fmla="*/ 1378973 w 4010605"/>
              <a:gd name="connsiteY124" fmla="*/ 0 h 825377"/>
              <a:gd name="connsiteX125" fmla="*/ 1252609 w 4010605"/>
              <a:gd name="connsiteY125" fmla="*/ 663912 h 825377"/>
              <a:gd name="connsiteX126" fmla="*/ 1400034 w 4010605"/>
              <a:gd name="connsiteY126" fmla="*/ 663912 h 825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010605" h="825377">
                <a:moveTo>
                  <a:pt x="2101054" y="497433"/>
                </a:moveTo>
                <a:cubicBezTo>
                  <a:pt x="2102057" y="540557"/>
                  <a:pt x="2086010" y="582678"/>
                  <a:pt x="2054921" y="612765"/>
                </a:cubicBezTo>
                <a:cubicBezTo>
                  <a:pt x="2014805" y="652881"/>
                  <a:pt x="1948614" y="674944"/>
                  <a:pt x="1870389" y="673941"/>
                </a:cubicBezTo>
                <a:cubicBezTo>
                  <a:pt x="1814227" y="672938"/>
                  <a:pt x="1757062" y="658898"/>
                  <a:pt x="1723967" y="639843"/>
                </a:cubicBezTo>
                <a:lnTo>
                  <a:pt x="1745028" y="526517"/>
                </a:lnTo>
                <a:cubicBezTo>
                  <a:pt x="1788152" y="549583"/>
                  <a:pt x="1835288" y="563623"/>
                  <a:pt x="1884429" y="565629"/>
                </a:cubicBezTo>
                <a:cubicBezTo>
                  <a:pt x="1921536" y="565629"/>
                  <a:pt x="1945606" y="548580"/>
                  <a:pt x="1945606" y="521502"/>
                </a:cubicBezTo>
                <a:cubicBezTo>
                  <a:pt x="1945606" y="496430"/>
                  <a:pt x="1928557" y="479381"/>
                  <a:pt x="1883427" y="457317"/>
                </a:cubicBezTo>
                <a:cubicBezTo>
                  <a:pt x="1813224" y="422216"/>
                  <a:pt x="1778123" y="377086"/>
                  <a:pt x="1778123" y="324936"/>
                </a:cubicBezTo>
                <a:cubicBezTo>
                  <a:pt x="1778123" y="221638"/>
                  <a:pt x="1866377" y="151436"/>
                  <a:pt x="1998759" y="151436"/>
                </a:cubicBezTo>
                <a:cubicBezTo>
                  <a:pt x="2068961" y="151436"/>
                  <a:pt x="2114091" y="167482"/>
                  <a:pt x="2139163" y="184532"/>
                </a:cubicBezTo>
                <a:lnTo>
                  <a:pt x="2119106" y="297858"/>
                </a:lnTo>
                <a:cubicBezTo>
                  <a:pt x="2099048" y="282815"/>
                  <a:pt x="2047900" y="261754"/>
                  <a:pt x="1992741" y="261754"/>
                </a:cubicBezTo>
                <a:cubicBezTo>
                  <a:pt x="1954632" y="261754"/>
                  <a:pt x="1928557" y="277800"/>
                  <a:pt x="1928557" y="304878"/>
                </a:cubicBezTo>
                <a:cubicBezTo>
                  <a:pt x="1928557" y="323933"/>
                  <a:pt x="1947611" y="341985"/>
                  <a:pt x="1988730" y="361040"/>
                </a:cubicBezTo>
                <a:cubicBezTo>
                  <a:pt x="2041883" y="388118"/>
                  <a:pt x="2101054" y="427231"/>
                  <a:pt x="2101054" y="497433"/>
                </a:cubicBezTo>
                <a:close/>
                <a:moveTo>
                  <a:pt x="1184413" y="152439"/>
                </a:moveTo>
                <a:cubicBezTo>
                  <a:pt x="997875" y="152439"/>
                  <a:pt x="857471" y="288832"/>
                  <a:pt x="857471" y="469352"/>
                </a:cubicBezTo>
                <a:cubicBezTo>
                  <a:pt x="857471" y="593710"/>
                  <a:pt x="940710" y="674944"/>
                  <a:pt x="1069080" y="674944"/>
                </a:cubicBezTo>
                <a:cubicBezTo>
                  <a:pt x="1124239" y="674944"/>
                  <a:pt x="1177392" y="664915"/>
                  <a:pt x="1211491" y="647866"/>
                </a:cubicBezTo>
                <a:lnTo>
                  <a:pt x="1234557" y="523508"/>
                </a:lnTo>
                <a:cubicBezTo>
                  <a:pt x="1196447" y="544569"/>
                  <a:pt x="1153323" y="555600"/>
                  <a:pt x="1110199" y="555600"/>
                </a:cubicBezTo>
                <a:cubicBezTo>
                  <a:pt x="1063063" y="555600"/>
                  <a:pt x="1012918" y="528522"/>
                  <a:pt x="1012918" y="453306"/>
                </a:cubicBezTo>
                <a:cubicBezTo>
                  <a:pt x="1012918" y="364049"/>
                  <a:pt x="1076101" y="271783"/>
                  <a:pt x="1181404" y="271783"/>
                </a:cubicBezTo>
                <a:cubicBezTo>
                  <a:pt x="1210488" y="270780"/>
                  <a:pt x="1238569" y="277800"/>
                  <a:pt x="1263641" y="290838"/>
                </a:cubicBezTo>
                <a:lnTo>
                  <a:pt x="1286707" y="169488"/>
                </a:lnTo>
                <a:cubicBezTo>
                  <a:pt x="1254615" y="158456"/>
                  <a:pt x="1219514" y="152439"/>
                  <a:pt x="1184413" y="152439"/>
                </a:cubicBezTo>
                <a:lnTo>
                  <a:pt x="1184413" y="152439"/>
                </a:lnTo>
                <a:close/>
                <a:moveTo>
                  <a:pt x="3797943" y="558609"/>
                </a:moveTo>
                <a:cubicBezTo>
                  <a:pt x="3860122" y="558609"/>
                  <a:pt x="3920295" y="541560"/>
                  <a:pt x="3972445" y="509467"/>
                </a:cubicBezTo>
                <a:lnTo>
                  <a:pt x="3948376" y="634829"/>
                </a:lnTo>
                <a:cubicBezTo>
                  <a:pt x="3877171" y="670933"/>
                  <a:pt x="3793931" y="674944"/>
                  <a:pt x="3761839" y="674944"/>
                </a:cubicBezTo>
                <a:cubicBezTo>
                  <a:pt x="3623440" y="674944"/>
                  <a:pt x="3544212" y="597722"/>
                  <a:pt x="3544212" y="463335"/>
                </a:cubicBezTo>
                <a:cubicBezTo>
                  <a:pt x="3544212" y="385109"/>
                  <a:pt x="3572293" y="309893"/>
                  <a:pt x="3622437" y="250722"/>
                </a:cubicBezTo>
                <a:cubicBezTo>
                  <a:pt x="3675590" y="187540"/>
                  <a:pt x="3753815" y="151436"/>
                  <a:pt x="3836052" y="152439"/>
                </a:cubicBezTo>
                <a:cubicBezTo>
                  <a:pt x="3940353" y="152439"/>
                  <a:pt x="4010555" y="213615"/>
                  <a:pt x="4010555" y="303875"/>
                </a:cubicBezTo>
                <a:cubicBezTo>
                  <a:pt x="4011558" y="341985"/>
                  <a:pt x="3997518" y="379092"/>
                  <a:pt x="3970440" y="406170"/>
                </a:cubicBezTo>
                <a:cubicBezTo>
                  <a:pt x="3920295" y="455311"/>
                  <a:pt x="3796940" y="482390"/>
                  <a:pt x="3684616" y="460326"/>
                </a:cubicBezTo>
                <a:cubicBezTo>
                  <a:pt x="3680605" y="521502"/>
                  <a:pt x="3727741" y="558609"/>
                  <a:pt x="3797943" y="558609"/>
                </a:cubicBezTo>
                <a:lnTo>
                  <a:pt x="3797943" y="558609"/>
                </a:lnTo>
                <a:close/>
                <a:moveTo>
                  <a:pt x="3701665" y="362043"/>
                </a:moveTo>
                <a:cubicBezTo>
                  <a:pt x="3788917" y="363046"/>
                  <a:pt x="3838058" y="354020"/>
                  <a:pt x="3859119" y="332959"/>
                </a:cubicBezTo>
                <a:cubicBezTo>
                  <a:pt x="3882185" y="309893"/>
                  <a:pt x="3875165" y="260751"/>
                  <a:pt x="3818001" y="260751"/>
                </a:cubicBezTo>
                <a:cubicBezTo>
                  <a:pt x="3753815" y="260751"/>
                  <a:pt x="3713700" y="312901"/>
                  <a:pt x="3701665" y="362043"/>
                </a:cubicBezTo>
                <a:close/>
                <a:moveTo>
                  <a:pt x="3469998" y="152439"/>
                </a:moveTo>
                <a:cubicBezTo>
                  <a:pt x="3283460" y="152439"/>
                  <a:pt x="3143056" y="288832"/>
                  <a:pt x="3143056" y="469352"/>
                </a:cubicBezTo>
                <a:cubicBezTo>
                  <a:pt x="3143056" y="593710"/>
                  <a:pt x="3226296" y="674944"/>
                  <a:pt x="3354666" y="674944"/>
                </a:cubicBezTo>
                <a:cubicBezTo>
                  <a:pt x="3409824" y="674944"/>
                  <a:pt x="3462977" y="664915"/>
                  <a:pt x="3497076" y="647866"/>
                </a:cubicBezTo>
                <a:lnTo>
                  <a:pt x="3520142" y="523508"/>
                </a:lnTo>
                <a:cubicBezTo>
                  <a:pt x="3482033" y="544569"/>
                  <a:pt x="3438908" y="555600"/>
                  <a:pt x="3395784" y="555600"/>
                </a:cubicBezTo>
                <a:cubicBezTo>
                  <a:pt x="3348648" y="555600"/>
                  <a:pt x="3298504" y="528522"/>
                  <a:pt x="3298504" y="453306"/>
                </a:cubicBezTo>
                <a:cubicBezTo>
                  <a:pt x="3298504" y="364049"/>
                  <a:pt x="3361686" y="271783"/>
                  <a:pt x="3466989" y="271783"/>
                </a:cubicBezTo>
                <a:cubicBezTo>
                  <a:pt x="3496073" y="270780"/>
                  <a:pt x="3524154" y="277800"/>
                  <a:pt x="3549226" y="290838"/>
                </a:cubicBezTo>
                <a:lnTo>
                  <a:pt x="3572293" y="169488"/>
                </a:lnTo>
                <a:cubicBezTo>
                  <a:pt x="3540200" y="158456"/>
                  <a:pt x="3505099" y="152439"/>
                  <a:pt x="3469998" y="152439"/>
                </a:cubicBezTo>
                <a:close/>
                <a:moveTo>
                  <a:pt x="3117984" y="383104"/>
                </a:moveTo>
                <a:lnTo>
                  <a:pt x="3064830" y="663912"/>
                </a:lnTo>
                <a:lnTo>
                  <a:pt x="2922420" y="663912"/>
                </a:lnTo>
                <a:lnTo>
                  <a:pt x="2940472" y="567635"/>
                </a:lnTo>
                <a:cubicBezTo>
                  <a:pt x="2920414" y="627808"/>
                  <a:pt x="2872276" y="675947"/>
                  <a:pt x="2791041" y="675947"/>
                </a:cubicBezTo>
                <a:cubicBezTo>
                  <a:pt x="2691755" y="675947"/>
                  <a:pt x="2647628" y="588696"/>
                  <a:pt x="2647628" y="500441"/>
                </a:cubicBezTo>
                <a:cubicBezTo>
                  <a:pt x="2647628" y="401155"/>
                  <a:pt x="2686741" y="301870"/>
                  <a:pt x="2751929" y="236682"/>
                </a:cubicBezTo>
                <a:cubicBezTo>
                  <a:pt x="2806085" y="181523"/>
                  <a:pt x="2880299" y="151436"/>
                  <a:pt x="2957521" y="152439"/>
                </a:cubicBezTo>
                <a:cubicBezTo>
                  <a:pt x="3017695" y="152439"/>
                  <a:pt x="3062825" y="170491"/>
                  <a:pt x="3090906" y="203586"/>
                </a:cubicBezTo>
                <a:cubicBezTo>
                  <a:pt x="3132024" y="253731"/>
                  <a:pt x="3129015" y="328947"/>
                  <a:pt x="3117984" y="383104"/>
                </a:cubicBezTo>
                <a:close/>
                <a:moveTo>
                  <a:pt x="2981590" y="318919"/>
                </a:moveTo>
                <a:cubicBezTo>
                  <a:pt x="2979585" y="283818"/>
                  <a:pt x="2961533" y="264763"/>
                  <a:pt x="2928437" y="264763"/>
                </a:cubicBezTo>
                <a:cubicBezTo>
                  <a:pt x="2858235" y="264763"/>
                  <a:pt x="2798062" y="385109"/>
                  <a:pt x="2798062" y="469352"/>
                </a:cubicBezTo>
                <a:cubicBezTo>
                  <a:pt x="2798062" y="521502"/>
                  <a:pt x="2817117" y="554597"/>
                  <a:pt x="2851215" y="554597"/>
                </a:cubicBezTo>
                <a:cubicBezTo>
                  <a:pt x="2905371" y="554597"/>
                  <a:pt x="2951504" y="498436"/>
                  <a:pt x="2967550" y="415196"/>
                </a:cubicBezTo>
                <a:cubicBezTo>
                  <a:pt x="2973567" y="387115"/>
                  <a:pt x="2982593" y="340982"/>
                  <a:pt x="2981590" y="318919"/>
                </a:cubicBezTo>
                <a:lnTo>
                  <a:pt x="2981590" y="318919"/>
                </a:lnTo>
                <a:close/>
                <a:moveTo>
                  <a:pt x="832398" y="383104"/>
                </a:moveTo>
                <a:lnTo>
                  <a:pt x="779245" y="663912"/>
                </a:lnTo>
                <a:lnTo>
                  <a:pt x="636835" y="663912"/>
                </a:lnTo>
                <a:lnTo>
                  <a:pt x="654887" y="567635"/>
                </a:lnTo>
                <a:cubicBezTo>
                  <a:pt x="634829" y="627808"/>
                  <a:pt x="586690" y="675947"/>
                  <a:pt x="505456" y="675947"/>
                </a:cubicBezTo>
                <a:cubicBezTo>
                  <a:pt x="406170" y="675947"/>
                  <a:pt x="362043" y="588696"/>
                  <a:pt x="362043" y="500441"/>
                </a:cubicBezTo>
                <a:cubicBezTo>
                  <a:pt x="362043" y="401155"/>
                  <a:pt x="401156" y="301870"/>
                  <a:pt x="466344" y="236682"/>
                </a:cubicBezTo>
                <a:cubicBezTo>
                  <a:pt x="520500" y="181523"/>
                  <a:pt x="594713" y="151436"/>
                  <a:pt x="671936" y="152439"/>
                </a:cubicBezTo>
                <a:cubicBezTo>
                  <a:pt x="732109" y="152439"/>
                  <a:pt x="777239" y="170491"/>
                  <a:pt x="805320" y="203586"/>
                </a:cubicBezTo>
                <a:cubicBezTo>
                  <a:pt x="846439" y="253731"/>
                  <a:pt x="843430" y="328947"/>
                  <a:pt x="832398" y="383104"/>
                </a:cubicBezTo>
                <a:close/>
                <a:moveTo>
                  <a:pt x="696005" y="318919"/>
                </a:moveTo>
                <a:cubicBezTo>
                  <a:pt x="694000" y="283818"/>
                  <a:pt x="675948" y="264763"/>
                  <a:pt x="642852" y="264763"/>
                </a:cubicBezTo>
                <a:cubicBezTo>
                  <a:pt x="572650" y="264763"/>
                  <a:pt x="512477" y="385109"/>
                  <a:pt x="512477" y="469352"/>
                </a:cubicBezTo>
                <a:cubicBezTo>
                  <a:pt x="512477" y="521502"/>
                  <a:pt x="531531" y="554597"/>
                  <a:pt x="565630" y="554597"/>
                </a:cubicBezTo>
                <a:cubicBezTo>
                  <a:pt x="619786" y="554597"/>
                  <a:pt x="665919" y="498436"/>
                  <a:pt x="681965" y="415196"/>
                </a:cubicBezTo>
                <a:cubicBezTo>
                  <a:pt x="687982" y="387115"/>
                  <a:pt x="697008" y="340982"/>
                  <a:pt x="696005" y="318919"/>
                </a:cubicBezTo>
                <a:close/>
                <a:moveTo>
                  <a:pt x="2637600" y="342988"/>
                </a:moveTo>
                <a:cubicBezTo>
                  <a:pt x="2637600" y="465340"/>
                  <a:pt x="2579432" y="589699"/>
                  <a:pt x="2473126" y="645860"/>
                </a:cubicBezTo>
                <a:cubicBezTo>
                  <a:pt x="2440030" y="663912"/>
                  <a:pt x="2402923" y="674944"/>
                  <a:pt x="2364814" y="675947"/>
                </a:cubicBezTo>
                <a:cubicBezTo>
                  <a:pt x="2311660" y="675947"/>
                  <a:pt x="2282577" y="655889"/>
                  <a:pt x="2265527" y="625803"/>
                </a:cubicBezTo>
                <a:lnTo>
                  <a:pt x="2227418" y="825377"/>
                </a:lnTo>
                <a:lnTo>
                  <a:pt x="2078990" y="825377"/>
                </a:lnTo>
                <a:lnTo>
                  <a:pt x="2205354" y="161465"/>
                </a:lnTo>
                <a:lnTo>
                  <a:pt x="2336733" y="161465"/>
                </a:lnTo>
                <a:lnTo>
                  <a:pt x="2321689" y="241696"/>
                </a:lnTo>
                <a:cubicBezTo>
                  <a:pt x="2358796" y="187540"/>
                  <a:pt x="2413955" y="151436"/>
                  <a:pt x="2475131" y="151436"/>
                </a:cubicBezTo>
                <a:cubicBezTo>
                  <a:pt x="2573415" y="151436"/>
                  <a:pt x="2637600" y="226653"/>
                  <a:pt x="2637600" y="342988"/>
                </a:cubicBezTo>
                <a:lnTo>
                  <a:pt x="2637600" y="342988"/>
                </a:lnTo>
                <a:close/>
                <a:moveTo>
                  <a:pt x="2483155" y="354020"/>
                </a:moveTo>
                <a:cubicBezTo>
                  <a:pt x="2483155" y="329950"/>
                  <a:pt x="2477137" y="272786"/>
                  <a:pt x="2422981" y="272786"/>
                </a:cubicBezTo>
                <a:cubicBezTo>
                  <a:pt x="2367822" y="272786"/>
                  <a:pt x="2320686" y="335968"/>
                  <a:pt x="2302634" y="431242"/>
                </a:cubicBezTo>
                <a:cubicBezTo>
                  <a:pt x="2296617" y="464337"/>
                  <a:pt x="2278565" y="562621"/>
                  <a:pt x="2347765" y="562621"/>
                </a:cubicBezTo>
                <a:cubicBezTo>
                  <a:pt x="2425990" y="562621"/>
                  <a:pt x="2483155" y="451300"/>
                  <a:pt x="2483155" y="354020"/>
                </a:cubicBezTo>
                <a:lnTo>
                  <a:pt x="2483155" y="354020"/>
                </a:lnTo>
                <a:close/>
                <a:moveTo>
                  <a:pt x="207598" y="272786"/>
                </a:moveTo>
                <a:lnTo>
                  <a:pt x="228659" y="161465"/>
                </a:lnTo>
                <a:lnTo>
                  <a:pt x="97280" y="161465"/>
                </a:lnTo>
                <a:lnTo>
                  <a:pt x="0" y="672938"/>
                </a:lnTo>
                <a:lnTo>
                  <a:pt x="148428" y="672938"/>
                </a:lnTo>
                <a:lnTo>
                  <a:pt x="188543" y="461329"/>
                </a:lnTo>
                <a:cubicBezTo>
                  <a:pt x="212613" y="336971"/>
                  <a:pt x="283818" y="286826"/>
                  <a:pt x="385110" y="301870"/>
                </a:cubicBezTo>
                <a:lnTo>
                  <a:pt x="414193" y="149430"/>
                </a:lnTo>
                <a:cubicBezTo>
                  <a:pt x="326942" y="142410"/>
                  <a:pt x="242699" y="191552"/>
                  <a:pt x="207598" y="272786"/>
                </a:cubicBezTo>
                <a:close/>
                <a:moveTo>
                  <a:pt x="1400034" y="663912"/>
                </a:moveTo>
                <a:lnTo>
                  <a:pt x="1451181" y="394135"/>
                </a:lnTo>
                <a:lnTo>
                  <a:pt x="1556485" y="663912"/>
                </a:lnTo>
                <a:lnTo>
                  <a:pt x="1716947" y="663912"/>
                </a:lnTo>
                <a:lnTo>
                  <a:pt x="1607632" y="392130"/>
                </a:lnTo>
                <a:lnTo>
                  <a:pt x="1806204" y="160462"/>
                </a:lnTo>
                <a:lnTo>
                  <a:pt x="1643736" y="160462"/>
                </a:lnTo>
                <a:lnTo>
                  <a:pt x="1452184" y="390124"/>
                </a:lnTo>
                <a:lnTo>
                  <a:pt x="1526398" y="0"/>
                </a:lnTo>
                <a:lnTo>
                  <a:pt x="1378973" y="0"/>
                </a:lnTo>
                <a:lnTo>
                  <a:pt x="1252609" y="663912"/>
                </a:lnTo>
                <a:lnTo>
                  <a:pt x="1400034" y="663912"/>
                </a:lnTo>
                <a:close/>
              </a:path>
            </a:pathLst>
          </a:custGeom>
          <a:solidFill>
            <a:srgbClr val="FFFFFF"/>
          </a:solidFill>
          <a:ln w="10025" cap="flat">
            <a:noFill/>
            <a:prstDash val="solid"/>
            <a:miter/>
          </a:ln>
        </p:spPr>
        <p:txBody>
          <a:bodyPr rtlCol="0" anchor="ctr"/>
          <a:lstStyle/>
          <a:p>
            <a:endParaRPr lang="en-US" sz="506"/>
          </a:p>
        </p:txBody>
      </p:sp>
      <p:sp>
        <p:nvSpPr>
          <p:cNvPr id="7" name="Freeform 6">
            <a:extLst>
              <a:ext uri="{FF2B5EF4-FFF2-40B4-BE49-F238E27FC236}">
                <a16:creationId xmlns:a16="http://schemas.microsoft.com/office/drawing/2014/main" id="{483D6FC1-6DED-F743-BE26-C97D31C25E42}"/>
              </a:ext>
            </a:extLst>
          </p:cNvPr>
          <p:cNvSpPr/>
          <p:nvPr userDrawn="1"/>
        </p:nvSpPr>
        <p:spPr>
          <a:xfrm>
            <a:off x="4541284" y="2893684"/>
            <a:ext cx="1581313" cy="280621"/>
          </a:xfrm>
          <a:custGeom>
            <a:avLst/>
            <a:gdLst>
              <a:gd name="connsiteX0" fmla="*/ 1224528 w 2108417"/>
              <a:gd name="connsiteY0" fmla="*/ 152439 h 374161"/>
              <a:gd name="connsiteX1" fmla="*/ 1102176 w 2108417"/>
              <a:gd name="connsiteY1" fmla="*/ 286826 h 374161"/>
              <a:gd name="connsiteX2" fmla="*/ 1014924 w 2108417"/>
              <a:gd name="connsiteY2" fmla="*/ 198572 h 374161"/>
              <a:gd name="connsiteX3" fmla="*/ 1137277 w 2108417"/>
              <a:gd name="connsiteY3" fmla="*/ 64185 h 374161"/>
              <a:gd name="connsiteX4" fmla="*/ 1224528 w 2108417"/>
              <a:gd name="connsiteY4" fmla="*/ 152439 h 374161"/>
              <a:gd name="connsiteX5" fmla="*/ 1067075 w 2108417"/>
              <a:gd name="connsiteY5" fmla="*/ 198572 h 374161"/>
              <a:gd name="connsiteX6" fmla="*/ 1108193 w 2108417"/>
              <a:gd name="connsiteY6" fmla="*/ 248716 h 374161"/>
              <a:gd name="connsiteX7" fmla="*/ 1171375 w 2108417"/>
              <a:gd name="connsiteY7" fmla="*/ 153442 h 374161"/>
              <a:gd name="connsiteX8" fmla="*/ 1130256 w 2108417"/>
              <a:gd name="connsiteY8" fmla="*/ 104300 h 374161"/>
              <a:gd name="connsiteX9" fmla="*/ 1067075 w 2108417"/>
              <a:gd name="connsiteY9" fmla="*/ 198572 h 374161"/>
              <a:gd name="connsiteX10" fmla="*/ 1570525 w 2108417"/>
              <a:gd name="connsiteY10" fmla="*/ 152439 h 374161"/>
              <a:gd name="connsiteX11" fmla="*/ 1448173 w 2108417"/>
              <a:gd name="connsiteY11" fmla="*/ 286826 h 374161"/>
              <a:gd name="connsiteX12" fmla="*/ 1360921 w 2108417"/>
              <a:gd name="connsiteY12" fmla="*/ 198572 h 374161"/>
              <a:gd name="connsiteX13" fmla="*/ 1483274 w 2108417"/>
              <a:gd name="connsiteY13" fmla="*/ 64185 h 374161"/>
              <a:gd name="connsiteX14" fmla="*/ 1570525 w 2108417"/>
              <a:gd name="connsiteY14" fmla="*/ 152439 h 374161"/>
              <a:gd name="connsiteX15" fmla="*/ 1570525 w 2108417"/>
              <a:gd name="connsiteY15" fmla="*/ 152439 h 374161"/>
              <a:gd name="connsiteX16" fmla="*/ 1413071 w 2108417"/>
              <a:gd name="connsiteY16" fmla="*/ 198572 h 374161"/>
              <a:gd name="connsiteX17" fmla="*/ 1454190 w 2108417"/>
              <a:gd name="connsiteY17" fmla="*/ 248716 h 374161"/>
              <a:gd name="connsiteX18" fmla="*/ 1517372 w 2108417"/>
              <a:gd name="connsiteY18" fmla="*/ 153442 h 374161"/>
              <a:gd name="connsiteX19" fmla="*/ 1476253 w 2108417"/>
              <a:gd name="connsiteY19" fmla="*/ 104300 h 374161"/>
              <a:gd name="connsiteX20" fmla="*/ 1413071 w 2108417"/>
              <a:gd name="connsiteY20" fmla="*/ 198572 h 374161"/>
              <a:gd name="connsiteX21" fmla="*/ 1300748 w 2108417"/>
              <a:gd name="connsiteY21" fmla="*/ 0 h 374161"/>
              <a:gd name="connsiteX22" fmla="*/ 1246592 w 2108417"/>
              <a:gd name="connsiteY22" fmla="*/ 282815 h 374161"/>
              <a:gd name="connsiteX23" fmla="*/ 1297739 w 2108417"/>
              <a:gd name="connsiteY23" fmla="*/ 282815 h 374161"/>
              <a:gd name="connsiteX24" fmla="*/ 1351895 w 2108417"/>
              <a:gd name="connsiteY24" fmla="*/ 0 h 374161"/>
              <a:gd name="connsiteX25" fmla="*/ 1300748 w 2108417"/>
              <a:gd name="connsiteY25" fmla="*/ 0 h 374161"/>
              <a:gd name="connsiteX26" fmla="*/ 480384 w 2108417"/>
              <a:gd name="connsiteY26" fmla="*/ 65188 h 374161"/>
              <a:gd name="connsiteX27" fmla="*/ 344994 w 2108417"/>
              <a:gd name="connsiteY27" fmla="*/ 198572 h 374161"/>
              <a:gd name="connsiteX28" fmla="*/ 344994 w 2108417"/>
              <a:gd name="connsiteY28" fmla="*/ 202583 h 374161"/>
              <a:gd name="connsiteX29" fmla="*/ 431243 w 2108417"/>
              <a:gd name="connsiteY29" fmla="*/ 286826 h 374161"/>
              <a:gd name="connsiteX30" fmla="*/ 494425 w 2108417"/>
              <a:gd name="connsiteY30" fmla="*/ 273789 h 374161"/>
              <a:gd name="connsiteX31" fmla="*/ 502448 w 2108417"/>
              <a:gd name="connsiteY31" fmla="*/ 229662 h 374161"/>
              <a:gd name="connsiteX32" fmla="*/ 445283 w 2108417"/>
              <a:gd name="connsiteY32" fmla="*/ 245708 h 374161"/>
              <a:gd name="connsiteX33" fmla="*/ 398147 w 2108417"/>
              <a:gd name="connsiteY33" fmla="*/ 195563 h 374161"/>
              <a:gd name="connsiteX34" fmla="*/ 478378 w 2108417"/>
              <a:gd name="connsiteY34" fmla="*/ 106306 h 374161"/>
              <a:gd name="connsiteX35" fmla="*/ 517491 w 2108417"/>
              <a:gd name="connsiteY35" fmla="*/ 116335 h 374161"/>
              <a:gd name="connsiteX36" fmla="*/ 525514 w 2108417"/>
              <a:gd name="connsiteY36" fmla="*/ 74214 h 374161"/>
              <a:gd name="connsiteX37" fmla="*/ 480384 w 2108417"/>
              <a:gd name="connsiteY37" fmla="*/ 65188 h 374161"/>
              <a:gd name="connsiteX38" fmla="*/ 190549 w 2108417"/>
              <a:gd name="connsiteY38" fmla="*/ 225650 h 374161"/>
              <a:gd name="connsiteX39" fmla="*/ 184532 w 2108417"/>
              <a:gd name="connsiteY39" fmla="*/ 195563 h 374161"/>
              <a:gd name="connsiteX40" fmla="*/ 323933 w 2108417"/>
              <a:gd name="connsiteY40" fmla="*/ 125361 h 374161"/>
              <a:gd name="connsiteX41" fmla="*/ 255737 w 2108417"/>
              <a:gd name="connsiteY41" fmla="*/ 65188 h 374161"/>
              <a:gd name="connsiteX42" fmla="*/ 135390 w 2108417"/>
              <a:gd name="connsiteY42" fmla="*/ 199575 h 374161"/>
              <a:gd name="connsiteX43" fmla="*/ 222641 w 2108417"/>
              <a:gd name="connsiteY43" fmla="*/ 287829 h 374161"/>
              <a:gd name="connsiteX44" fmla="*/ 302873 w 2108417"/>
              <a:gd name="connsiteY44" fmla="*/ 267771 h 374161"/>
              <a:gd name="connsiteX45" fmla="*/ 311899 w 2108417"/>
              <a:gd name="connsiteY45" fmla="*/ 221638 h 374161"/>
              <a:gd name="connsiteX46" fmla="*/ 234676 w 2108417"/>
              <a:gd name="connsiteY46" fmla="*/ 246711 h 374161"/>
              <a:gd name="connsiteX47" fmla="*/ 190549 w 2108417"/>
              <a:gd name="connsiteY47" fmla="*/ 225650 h 374161"/>
              <a:gd name="connsiteX48" fmla="*/ 248717 w 2108417"/>
              <a:gd name="connsiteY48" fmla="*/ 103297 h 374161"/>
              <a:gd name="connsiteX49" fmla="*/ 275795 w 2108417"/>
              <a:gd name="connsiteY49" fmla="*/ 125361 h 374161"/>
              <a:gd name="connsiteX50" fmla="*/ 189546 w 2108417"/>
              <a:gd name="connsiteY50" fmla="*/ 157454 h 374161"/>
              <a:gd name="connsiteX51" fmla="*/ 248717 w 2108417"/>
              <a:gd name="connsiteY51" fmla="*/ 103297 h 374161"/>
              <a:gd name="connsiteX52" fmla="*/ 979823 w 2108417"/>
              <a:gd name="connsiteY52" fmla="*/ 123355 h 374161"/>
              <a:gd name="connsiteX53" fmla="*/ 925667 w 2108417"/>
              <a:gd name="connsiteY53" fmla="*/ 65188 h 374161"/>
              <a:gd name="connsiteX54" fmla="*/ 848444 w 2108417"/>
              <a:gd name="connsiteY54" fmla="*/ 109315 h 374161"/>
              <a:gd name="connsiteX55" fmla="*/ 856468 w 2108417"/>
              <a:gd name="connsiteY55" fmla="*/ 68196 h 374161"/>
              <a:gd name="connsiteX56" fmla="*/ 810335 w 2108417"/>
              <a:gd name="connsiteY56" fmla="*/ 68196 h 374161"/>
              <a:gd name="connsiteX57" fmla="*/ 769216 w 2108417"/>
              <a:gd name="connsiteY57" fmla="*/ 281812 h 374161"/>
              <a:gd name="connsiteX58" fmla="*/ 820364 w 2108417"/>
              <a:gd name="connsiteY58" fmla="*/ 281812 h 374161"/>
              <a:gd name="connsiteX59" fmla="*/ 839419 w 2108417"/>
              <a:gd name="connsiteY59" fmla="*/ 183529 h 374161"/>
              <a:gd name="connsiteX60" fmla="*/ 900595 w 2108417"/>
              <a:gd name="connsiteY60" fmla="*/ 105303 h 374161"/>
              <a:gd name="connsiteX61" fmla="*/ 927673 w 2108417"/>
              <a:gd name="connsiteY61" fmla="*/ 135390 h 374161"/>
              <a:gd name="connsiteX62" fmla="*/ 924664 w 2108417"/>
              <a:gd name="connsiteY62" fmla="*/ 160462 h 374161"/>
              <a:gd name="connsiteX63" fmla="*/ 901598 w 2108417"/>
              <a:gd name="connsiteY63" fmla="*/ 280809 h 374161"/>
              <a:gd name="connsiteX64" fmla="*/ 952745 w 2108417"/>
              <a:gd name="connsiteY64" fmla="*/ 280809 h 374161"/>
              <a:gd name="connsiteX65" fmla="*/ 976814 w 2108417"/>
              <a:gd name="connsiteY65" fmla="*/ 156451 h 374161"/>
              <a:gd name="connsiteX66" fmla="*/ 979823 w 2108417"/>
              <a:gd name="connsiteY66" fmla="*/ 123355 h 374161"/>
              <a:gd name="connsiteX67" fmla="*/ 979823 w 2108417"/>
              <a:gd name="connsiteY67" fmla="*/ 123355 h 374161"/>
              <a:gd name="connsiteX68" fmla="*/ 684974 w 2108417"/>
              <a:gd name="connsiteY68" fmla="*/ 65188 h 374161"/>
              <a:gd name="connsiteX69" fmla="*/ 613768 w 2108417"/>
              <a:gd name="connsiteY69" fmla="*/ 100289 h 374161"/>
              <a:gd name="connsiteX70" fmla="*/ 632823 w 2108417"/>
              <a:gd name="connsiteY70" fmla="*/ 0 h 374161"/>
              <a:gd name="connsiteX71" fmla="*/ 581676 w 2108417"/>
              <a:gd name="connsiteY71" fmla="*/ 0 h 374161"/>
              <a:gd name="connsiteX72" fmla="*/ 527520 w 2108417"/>
              <a:gd name="connsiteY72" fmla="*/ 282815 h 374161"/>
              <a:gd name="connsiteX73" fmla="*/ 578667 w 2108417"/>
              <a:gd name="connsiteY73" fmla="*/ 282815 h 374161"/>
              <a:gd name="connsiteX74" fmla="*/ 597722 w 2108417"/>
              <a:gd name="connsiteY74" fmla="*/ 184532 h 374161"/>
              <a:gd name="connsiteX75" fmla="*/ 658898 w 2108417"/>
              <a:gd name="connsiteY75" fmla="*/ 106306 h 374161"/>
              <a:gd name="connsiteX76" fmla="*/ 685977 w 2108417"/>
              <a:gd name="connsiteY76" fmla="*/ 136393 h 374161"/>
              <a:gd name="connsiteX77" fmla="*/ 682968 w 2108417"/>
              <a:gd name="connsiteY77" fmla="*/ 161465 h 374161"/>
              <a:gd name="connsiteX78" fmla="*/ 659901 w 2108417"/>
              <a:gd name="connsiteY78" fmla="*/ 281812 h 374161"/>
              <a:gd name="connsiteX79" fmla="*/ 711049 w 2108417"/>
              <a:gd name="connsiteY79" fmla="*/ 281812 h 374161"/>
              <a:gd name="connsiteX80" fmla="*/ 735118 w 2108417"/>
              <a:gd name="connsiteY80" fmla="*/ 157454 h 374161"/>
              <a:gd name="connsiteX81" fmla="*/ 739130 w 2108417"/>
              <a:gd name="connsiteY81" fmla="*/ 122352 h 374161"/>
              <a:gd name="connsiteX82" fmla="*/ 684974 w 2108417"/>
              <a:gd name="connsiteY82" fmla="*/ 65188 h 374161"/>
              <a:gd name="connsiteX83" fmla="*/ 95275 w 2108417"/>
              <a:gd name="connsiteY83" fmla="*/ 15043 h 374161"/>
              <a:gd name="connsiteX84" fmla="*/ 46133 w 2108417"/>
              <a:gd name="connsiteY84" fmla="*/ 15043 h 374161"/>
              <a:gd name="connsiteX85" fmla="*/ 35101 w 2108417"/>
              <a:gd name="connsiteY85" fmla="*/ 70202 h 374161"/>
              <a:gd name="connsiteX86" fmla="*/ 7020 w 2108417"/>
              <a:gd name="connsiteY86" fmla="*/ 70202 h 374161"/>
              <a:gd name="connsiteX87" fmla="*/ 0 w 2108417"/>
              <a:gd name="connsiteY87" fmla="*/ 109315 h 374161"/>
              <a:gd name="connsiteX88" fmla="*/ 28081 w 2108417"/>
              <a:gd name="connsiteY88" fmla="*/ 109315 h 374161"/>
              <a:gd name="connsiteX89" fmla="*/ 10029 w 2108417"/>
              <a:gd name="connsiteY89" fmla="*/ 204589 h 374161"/>
              <a:gd name="connsiteX90" fmla="*/ 6017 w 2108417"/>
              <a:gd name="connsiteY90" fmla="*/ 243702 h 374161"/>
              <a:gd name="connsiteX91" fmla="*/ 56162 w 2108417"/>
              <a:gd name="connsiteY91" fmla="*/ 287829 h 374161"/>
              <a:gd name="connsiteX92" fmla="*/ 89257 w 2108417"/>
              <a:gd name="connsiteY92" fmla="*/ 283817 h 374161"/>
              <a:gd name="connsiteX93" fmla="*/ 89257 w 2108417"/>
              <a:gd name="connsiteY93" fmla="*/ 283817 h 374161"/>
              <a:gd name="connsiteX94" fmla="*/ 97280 w 2108417"/>
              <a:gd name="connsiteY94" fmla="*/ 243702 h 374161"/>
              <a:gd name="connsiteX95" fmla="*/ 77222 w 2108417"/>
              <a:gd name="connsiteY95" fmla="*/ 245708 h 374161"/>
              <a:gd name="connsiteX96" fmla="*/ 58168 w 2108417"/>
              <a:gd name="connsiteY96" fmla="*/ 231667 h 374161"/>
              <a:gd name="connsiteX97" fmla="*/ 58168 w 2108417"/>
              <a:gd name="connsiteY97" fmla="*/ 226653 h 374161"/>
              <a:gd name="connsiteX98" fmla="*/ 62179 w 2108417"/>
              <a:gd name="connsiteY98" fmla="*/ 196566 h 374161"/>
              <a:gd name="connsiteX99" fmla="*/ 79228 w 2108417"/>
              <a:gd name="connsiteY99" fmla="*/ 111321 h 374161"/>
              <a:gd name="connsiteX100" fmla="*/ 126364 w 2108417"/>
              <a:gd name="connsiteY100" fmla="*/ 111321 h 374161"/>
              <a:gd name="connsiteX101" fmla="*/ 134387 w 2108417"/>
              <a:gd name="connsiteY101" fmla="*/ 72208 h 374161"/>
              <a:gd name="connsiteX102" fmla="*/ 87251 w 2108417"/>
              <a:gd name="connsiteY102" fmla="*/ 72208 h 374161"/>
              <a:gd name="connsiteX103" fmla="*/ 95275 w 2108417"/>
              <a:gd name="connsiteY103" fmla="*/ 15043 h 374161"/>
              <a:gd name="connsiteX104" fmla="*/ 1804198 w 2108417"/>
              <a:gd name="connsiteY104" fmla="*/ 362043 h 374161"/>
              <a:gd name="connsiteX105" fmla="*/ 1909502 w 2108417"/>
              <a:gd name="connsiteY105" fmla="*/ 321927 h 374161"/>
              <a:gd name="connsiteX106" fmla="*/ 1909502 w 2108417"/>
              <a:gd name="connsiteY106" fmla="*/ 321927 h 374161"/>
              <a:gd name="connsiteX107" fmla="*/ 2051912 w 2108417"/>
              <a:gd name="connsiteY107" fmla="*/ 68196 h 374161"/>
              <a:gd name="connsiteX108" fmla="*/ 1997756 w 2108417"/>
              <a:gd name="connsiteY108" fmla="*/ 68196 h 374161"/>
              <a:gd name="connsiteX109" fmla="*/ 1916522 w 2108417"/>
              <a:gd name="connsiteY109" fmla="*/ 226653 h 374161"/>
              <a:gd name="connsiteX110" fmla="*/ 1896464 w 2108417"/>
              <a:gd name="connsiteY110" fmla="*/ 68196 h 374161"/>
              <a:gd name="connsiteX111" fmla="*/ 1843311 w 2108417"/>
              <a:gd name="connsiteY111" fmla="*/ 68196 h 374161"/>
              <a:gd name="connsiteX112" fmla="*/ 1881421 w 2108417"/>
              <a:gd name="connsiteY112" fmla="*/ 276797 h 374161"/>
              <a:gd name="connsiteX113" fmla="*/ 1864372 w 2108417"/>
              <a:gd name="connsiteY113" fmla="*/ 309893 h 374161"/>
              <a:gd name="connsiteX114" fmla="*/ 1811218 w 2108417"/>
              <a:gd name="connsiteY114" fmla="*/ 319922 h 374161"/>
              <a:gd name="connsiteX115" fmla="*/ 1804198 w 2108417"/>
              <a:gd name="connsiteY115" fmla="*/ 362043 h 374161"/>
              <a:gd name="connsiteX116" fmla="*/ 1734999 w 2108417"/>
              <a:gd name="connsiteY116" fmla="*/ 65188 h 374161"/>
              <a:gd name="connsiteX117" fmla="*/ 1598606 w 2108417"/>
              <a:gd name="connsiteY117" fmla="*/ 212612 h 374161"/>
              <a:gd name="connsiteX118" fmla="*/ 1662791 w 2108417"/>
              <a:gd name="connsiteY118" fmla="*/ 287829 h 374161"/>
              <a:gd name="connsiteX119" fmla="*/ 1733996 w 2108417"/>
              <a:gd name="connsiteY119" fmla="*/ 249719 h 374161"/>
              <a:gd name="connsiteX120" fmla="*/ 1729985 w 2108417"/>
              <a:gd name="connsiteY120" fmla="*/ 268774 h 374161"/>
              <a:gd name="connsiteX121" fmla="*/ 1660785 w 2108417"/>
              <a:gd name="connsiteY121" fmla="*/ 333962 h 374161"/>
              <a:gd name="connsiteX122" fmla="*/ 1604623 w 2108417"/>
              <a:gd name="connsiteY122" fmla="*/ 320924 h 374161"/>
              <a:gd name="connsiteX123" fmla="*/ 1596600 w 2108417"/>
              <a:gd name="connsiteY123" fmla="*/ 362043 h 374161"/>
              <a:gd name="connsiteX124" fmla="*/ 1659782 w 2108417"/>
              <a:gd name="connsiteY124" fmla="*/ 374077 h 374161"/>
              <a:gd name="connsiteX125" fmla="*/ 1739011 w 2108417"/>
              <a:gd name="connsiteY125" fmla="*/ 350008 h 374161"/>
              <a:gd name="connsiteX126" fmla="*/ 1783138 w 2108417"/>
              <a:gd name="connsiteY126" fmla="*/ 255737 h 374161"/>
              <a:gd name="connsiteX127" fmla="*/ 1802192 w 2108417"/>
              <a:gd name="connsiteY127" fmla="*/ 159459 h 374161"/>
              <a:gd name="connsiteX128" fmla="*/ 1806204 w 2108417"/>
              <a:gd name="connsiteY128" fmla="*/ 122352 h 374161"/>
              <a:gd name="connsiteX129" fmla="*/ 1734999 w 2108417"/>
              <a:gd name="connsiteY129" fmla="*/ 65188 h 374161"/>
              <a:gd name="connsiteX130" fmla="*/ 1734999 w 2108417"/>
              <a:gd name="connsiteY130" fmla="*/ 65188 h 374161"/>
              <a:gd name="connsiteX131" fmla="*/ 1751045 w 2108417"/>
              <a:gd name="connsiteY131" fmla="*/ 156451 h 374161"/>
              <a:gd name="connsiteX132" fmla="*/ 1747034 w 2108417"/>
              <a:gd name="connsiteY132" fmla="*/ 176508 h 374161"/>
              <a:gd name="connsiteX133" fmla="*/ 1684855 w 2108417"/>
              <a:gd name="connsiteY133" fmla="*/ 246711 h 374161"/>
              <a:gd name="connsiteX134" fmla="*/ 1650756 w 2108417"/>
              <a:gd name="connsiteY134" fmla="*/ 203586 h 374161"/>
              <a:gd name="connsiteX135" fmla="*/ 1724970 w 2108417"/>
              <a:gd name="connsiteY135" fmla="*/ 104300 h 374161"/>
              <a:gd name="connsiteX136" fmla="*/ 1753051 w 2108417"/>
              <a:gd name="connsiteY136" fmla="*/ 126364 h 374161"/>
              <a:gd name="connsiteX137" fmla="*/ 1753051 w 2108417"/>
              <a:gd name="connsiteY137" fmla="*/ 131378 h 374161"/>
              <a:gd name="connsiteX138" fmla="*/ 1751045 w 2108417"/>
              <a:gd name="connsiteY138" fmla="*/ 156451 h 374161"/>
              <a:gd name="connsiteX139" fmla="*/ 2108074 w 2108417"/>
              <a:gd name="connsiteY139" fmla="*/ 238687 h 374161"/>
              <a:gd name="connsiteX140" fmla="*/ 2069964 w 2108417"/>
              <a:gd name="connsiteY140" fmla="*/ 190549 h 374161"/>
              <a:gd name="connsiteX141" fmla="*/ 2063947 w 2108417"/>
              <a:gd name="connsiteY141" fmla="*/ 190549 h 374161"/>
              <a:gd name="connsiteX142" fmla="*/ 2010794 w 2108417"/>
              <a:gd name="connsiteY142" fmla="*/ 239690 h 374161"/>
              <a:gd name="connsiteX143" fmla="*/ 2048903 w 2108417"/>
              <a:gd name="connsiteY143" fmla="*/ 287829 h 374161"/>
              <a:gd name="connsiteX144" fmla="*/ 2054921 w 2108417"/>
              <a:gd name="connsiteY144" fmla="*/ 287829 h 374161"/>
              <a:gd name="connsiteX145" fmla="*/ 2108074 w 2108417"/>
              <a:gd name="connsiteY145" fmla="*/ 238687 h 374161"/>
              <a:gd name="connsiteX146" fmla="*/ 2101054 w 2108417"/>
              <a:gd name="connsiteY146" fmla="*/ 238687 h 374161"/>
              <a:gd name="connsiteX147" fmla="*/ 2054921 w 2108417"/>
              <a:gd name="connsiteY147" fmla="*/ 280809 h 374161"/>
              <a:gd name="connsiteX148" fmla="*/ 2016811 w 2108417"/>
              <a:gd name="connsiteY148" fmla="*/ 244705 h 374161"/>
              <a:gd name="connsiteX149" fmla="*/ 2016811 w 2108417"/>
              <a:gd name="connsiteY149" fmla="*/ 239690 h 374161"/>
              <a:gd name="connsiteX150" fmla="*/ 2062944 w 2108417"/>
              <a:gd name="connsiteY150" fmla="*/ 197569 h 374161"/>
              <a:gd name="connsiteX151" fmla="*/ 2101054 w 2108417"/>
              <a:gd name="connsiteY151" fmla="*/ 233673 h 374161"/>
              <a:gd name="connsiteX152" fmla="*/ 2101054 w 2108417"/>
              <a:gd name="connsiteY152" fmla="*/ 238687 h 374161"/>
              <a:gd name="connsiteX153" fmla="*/ 2066955 w 2108417"/>
              <a:gd name="connsiteY153" fmla="*/ 244705 h 374161"/>
              <a:gd name="connsiteX154" fmla="*/ 2074979 w 2108417"/>
              <a:gd name="connsiteY154" fmla="*/ 267771 h 374161"/>
              <a:gd name="connsiteX155" fmla="*/ 2066955 w 2108417"/>
              <a:gd name="connsiteY155" fmla="*/ 267771 h 374161"/>
              <a:gd name="connsiteX156" fmla="*/ 2058932 w 2108417"/>
              <a:gd name="connsiteY156" fmla="*/ 245708 h 374161"/>
              <a:gd name="connsiteX157" fmla="*/ 2047900 w 2108417"/>
              <a:gd name="connsiteY157" fmla="*/ 245708 h 374161"/>
              <a:gd name="connsiteX158" fmla="*/ 2043889 w 2108417"/>
              <a:gd name="connsiteY158" fmla="*/ 267771 h 374161"/>
              <a:gd name="connsiteX159" fmla="*/ 2036869 w 2108417"/>
              <a:gd name="connsiteY159" fmla="*/ 267771 h 374161"/>
              <a:gd name="connsiteX160" fmla="*/ 2047900 w 2108417"/>
              <a:gd name="connsiteY160" fmla="*/ 210607 h 374161"/>
              <a:gd name="connsiteX161" fmla="*/ 2066955 w 2108417"/>
              <a:gd name="connsiteY161" fmla="*/ 210607 h 374161"/>
              <a:gd name="connsiteX162" fmla="*/ 2081999 w 2108417"/>
              <a:gd name="connsiteY162" fmla="*/ 224647 h 374161"/>
              <a:gd name="connsiteX163" fmla="*/ 2081999 w 2108417"/>
              <a:gd name="connsiteY163" fmla="*/ 224647 h 374161"/>
              <a:gd name="connsiteX164" fmla="*/ 2066955 w 2108417"/>
              <a:gd name="connsiteY164" fmla="*/ 244705 h 374161"/>
              <a:gd name="connsiteX165" fmla="*/ 2066955 w 2108417"/>
              <a:gd name="connsiteY165" fmla="*/ 244705 h 374161"/>
              <a:gd name="connsiteX166" fmla="*/ 2066955 w 2108417"/>
              <a:gd name="connsiteY166" fmla="*/ 216624 h 374161"/>
              <a:gd name="connsiteX167" fmla="*/ 2053918 w 2108417"/>
              <a:gd name="connsiteY167" fmla="*/ 216624 h 374161"/>
              <a:gd name="connsiteX168" fmla="*/ 2049906 w 2108417"/>
              <a:gd name="connsiteY168" fmla="*/ 237685 h 374161"/>
              <a:gd name="connsiteX169" fmla="*/ 2061941 w 2108417"/>
              <a:gd name="connsiteY169" fmla="*/ 237685 h 374161"/>
              <a:gd name="connsiteX170" fmla="*/ 2074979 w 2108417"/>
              <a:gd name="connsiteY170" fmla="*/ 226653 h 374161"/>
              <a:gd name="connsiteX171" fmla="*/ 2068961 w 2108417"/>
              <a:gd name="connsiteY171" fmla="*/ 216624 h 374161"/>
              <a:gd name="connsiteX172" fmla="*/ 2066955 w 2108417"/>
              <a:gd name="connsiteY172" fmla="*/ 216624 h 374161"/>
              <a:gd name="connsiteX173" fmla="*/ 2066955 w 2108417"/>
              <a:gd name="connsiteY173" fmla="*/ 216624 h 374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2108417" h="374161">
                <a:moveTo>
                  <a:pt x="1224528" y="152439"/>
                </a:moveTo>
                <a:cubicBezTo>
                  <a:pt x="1224528" y="224647"/>
                  <a:pt x="1174384" y="286826"/>
                  <a:pt x="1102176" y="286826"/>
                </a:cubicBezTo>
                <a:cubicBezTo>
                  <a:pt x="1048020" y="286826"/>
                  <a:pt x="1014924" y="249719"/>
                  <a:pt x="1014924" y="198572"/>
                </a:cubicBezTo>
                <a:cubicBezTo>
                  <a:pt x="1014924" y="126364"/>
                  <a:pt x="1065069" y="64185"/>
                  <a:pt x="1137277" y="64185"/>
                </a:cubicBezTo>
                <a:cubicBezTo>
                  <a:pt x="1194441" y="65188"/>
                  <a:pt x="1224528" y="106306"/>
                  <a:pt x="1224528" y="152439"/>
                </a:cubicBezTo>
                <a:close/>
                <a:moveTo>
                  <a:pt x="1067075" y="198572"/>
                </a:moveTo>
                <a:cubicBezTo>
                  <a:pt x="1067075" y="227656"/>
                  <a:pt x="1082118" y="248716"/>
                  <a:pt x="1108193" y="248716"/>
                </a:cubicBezTo>
                <a:cubicBezTo>
                  <a:pt x="1146303" y="248716"/>
                  <a:pt x="1171375" y="196566"/>
                  <a:pt x="1171375" y="153442"/>
                </a:cubicBezTo>
                <a:cubicBezTo>
                  <a:pt x="1171375" y="131378"/>
                  <a:pt x="1161346" y="104300"/>
                  <a:pt x="1130256" y="104300"/>
                </a:cubicBezTo>
                <a:cubicBezTo>
                  <a:pt x="1091144" y="104300"/>
                  <a:pt x="1067075" y="158456"/>
                  <a:pt x="1067075" y="198572"/>
                </a:cubicBezTo>
                <a:close/>
                <a:moveTo>
                  <a:pt x="1570525" y="152439"/>
                </a:moveTo>
                <a:cubicBezTo>
                  <a:pt x="1570525" y="224647"/>
                  <a:pt x="1520380" y="286826"/>
                  <a:pt x="1448173" y="286826"/>
                </a:cubicBezTo>
                <a:cubicBezTo>
                  <a:pt x="1394017" y="286826"/>
                  <a:pt x="1360921" y="249719"/>
                  <a:pt x="1360921" y="198572"/>
                </a:cubicBezTo>
                <a:cubicBezTo>
                  <a:pt x="1360921" y="126364"/>
                  <a:pt x="1411066" y="64185"/>
                  <a:pt x="1483274" y="64185"/>
                </a:cubicBezTo>
                <a:cubicBezTo>
                  <a:pt x="1541441" y="65188"/>
                  <a:pt x="1570525" y="106306"/>
                  <a:pt x="1570525" y="152439"/>
                </a:cubicBezTo>
                <a:lnTo>
                  <a:pt x="1570525" y="152439"/>
                </a:lnTo>
                <a:close/>
                <a:moveTo>
                  <a:pt x="1413071" y="198572"/>
                </a:moveTo>
                <a:cubicBezTo>
                  <a:pt x="1413071" y="227656"/>
                  <a:pt x="1428115" y="248716"/>
                  <a:pt x="1454190" y="248716"/>
                </a:cubicBezTo>
                <a:cubicBezTo>
                  <a:pt x="1492300" y="248716"/>
                  <a:pt x="1517372" y="196566"/>
                  <a:pt x="1517372" y="153442"/>
                </a:cubicBezTo>
                <a:cubicBezTo>
                  <a:pt x="1517372" y="131378"/>
                  <a:pt x="1507343" y="104300"/>
                  <a:pt x="1476253" y="104300"/>
                </a:cubicBezTo>
                <a:cubicBezTo>
                  <a:pt x="1437141" y="104300"/>
                  <a:pt x="1413071" y="158456"/>
                  <a:pt x="1413071" y="198572"/>
                </a:cubicBezTo>
                <a:close/>
                <a:moveTo>
                  <a:pt x="1300748" y="0"/>
                </a:moveTo>
                <a:lnTo>
                  <a:pt x="1246592" y="282815"/>
                </a:lnTo>
                <a:lnTo>
                  <a:pt x="1297739" y="282815"/>
                </a:lnTo>
                <a:lnTo>
                  <a:pt x="1351895" y="0"/>
                </a:lnTo>
                <a:lnTo>
                  <a:pt x="1300748" y="0"/>
                </a:lnTo>
                <a:close/>
                <a:moveTo>
                  <a:pt x="480384" y="65188"/>
                </a:moveTo>
                <a:cubicBezTo>
                  <a:pt x="406170" y="64185"/>
                  <a:pt x="345997" y="124358"/>
                  <a:pt x="344994" y="198572"/>
                </a:cubicBezTo>
                <a:cubicBezTo>
                  <a:pt x="344994" y="199575"/>
                  <a:pt x="344994" y="200578"/>
                  <a:pt x="344994" y="202583"/>
                </a:cubicBezTo>
                <a:cubicBezTo>
                  <a:pt x="344994" y="253731"/>
                  <a:pt x="378089" y="286826"/>
                  <a:pt x="431243" y="286826"/>
                </a:cubicBezTo>
                <a:cubicBezTo>
                  <a:pt x="453306" y="286826"/>
                  <a:pt x="474367" y="282815"/>
                  <a:pt x="494425" y="273789"/>
                </a:cubicBezTo>
                <a:lnTo>
                  <a:pt x="502448" y="229662"/>
                </a:lnTo>
                <a:cubicBezTo>
                  <a:pt x="485399" y="239690"/>
                  <a:pt x="465341" y="245708"/>
                  <a:pt x="445283" y="245708"/>
                </a:cubicBezTo>
                <a:cubicBezTo>
                  <a:pt x="417202" y="245708"/>
                  <a:pt x="398147" y="227656"/>
                  <a:pt x="398147" y="195563"/>
                </a:cubicBezTo>
                <a:cubicBezTo>
                  <a:pt x="398147" y="151436"/>
                  <a:pt x="429237" y="106306"/>
                  <a:pt x="478378" y="106306"/>
                </a:cubicBezTo>
                <a:cubicBezTo>
                  <a:pt x="492419" y="106306"/>
                  <a:pt x="505456" y="109315"/>
                  <a:pt x="517491" y="116335"/>
                </a:cubicBezTo>
                <a:lnTo>
                  <a:pt x="525514" y="74214"/>
                </a:lnTo>
                <a:cubicBezTo>
                  <a:pt x="511474" y="68196"/>
                  <a:pt x="496430" y="65188"/>
                  <a:pt x="480384" y="65188"/>
                </a:cubicBezTo>
                <a:close/>
                <a:moveTo>
                  <a:pt x="190549" y="225650"/>
                </a:moveTo>
                <a:cubicBezTo>
                  <a:pt x="185535" y="216624"/>
                  <a:pt x="184532" y="205592"/>
                  <a:pt x="184532" y="195563"/>
                </a:cubicBezTo>
                <a:cubicBezTo>
                  <a:pt x="266769" y="197569"/>
                  <a:pt x="323933" y="179517"/>
                  <a:pt x="323933" y="125361"/>
                </a:cubicBezTo>
                <a:cubicBezTo>
                  <a:pt x="323933" y="89257"/>
                  <a:pt x="296855" y="65188"/>
                  <a:pt x="255737" y="65188"/>
                </a:cubicBezTo>
                <a:cubicBezTo>
                  <a:pt x="182526" y="65188"/>
                  <a:pt x="135390" y="135390"/>
                  <a:pt x="135390" y="199575"/>
                </a:cubicBezTo>
                <a:cubicBezTo>
                  <a:pt x="135390" y="251725"/>
                  <a:pt x="163471" y="287829"/>
                  <a:pt x="222641" y="287829"/>
                </a:cubicBezTo>
                <a:cubicBezTo>
                  <a:pt x="250722" y="287829"/>
                  <a:pt x="278803" y="280809"/>
                  <a:pt x="302873" y="267771"/>
                </a:cubicBezTo>
                <a:lnTo>
                  <a:pt x="311899" y="221638"/>
                </a:lnTo>
                <a:cubicBezTo>
                  <a:pt x="289835" y="238687"/>
                  <a:pt x="262757" y="247713"/>
                  <a:pt x="234676" y="246711"/>
                </a:cubicBezTo>
                <a:cubicBezTo>
                  <a:pt x="216624" y="248716"/>
                  <a:pt x="199575" y="240693"/>
                  <a:pt x="190549" y="225650"/>
                </a:cubicBezTo>
                <a:close/>
                <a:moveTo>
                  <a:pt x="248717" y="103297"/>
                </a:moveTo>
                <a:cubicBezTo>
                  <a:pt x="264763" y="103297"/>
                  <a:pt x="275795" y="111321"/>
                  <a:pt x="275795" y="125361"/>
                </a:cubicBezTo>
                <a:cubicBezTo>
                  <a:pt x="275795" y="151436"/>
                  <a:pt x="241696" y="158456"/>
                  <a:pt x="189546" y="157454"/>
                </a:cubicBezTo>
                <a:cubicBezTo>
                  <a:pt x="195563" y="131378"/>
                  <a:pt x="216624" y="103297"/>
                  <a:pt x="248717" y="103297"/>
                </a:cubicBezTo>
                <a:close/>
                <a:moveTo>
                  <a:pt x="979823" y="123355"/>
                </a:moveTo>
                <a:cubicBezTo>
                  <a:pt x="979823" y="83240"/>
                  <a:pt x="955754" y="65188"/>
                  <a:pt x="925667" y="65188"/>
                </a:cubicBezTo>
                <a:cubicBezTo>
                  <a:pt x="893574" y="65188"/>
                  <a:pt x="864491" y="82237"/>
                  <a:pt x="848444" y="109315"/>
                </a:cubicBezTo>
                <a:lnTo>
                  <a:pt x="856468" y="68196"/>
                </a:lnTo>
                <a:lnTo>
                  <a:pt x="810335" y="68196"/>
                </a:lnTo>
                <a:lnTo>
                  <a:pt x="769216" y="281812"/>
                </a:lnTo>
                <a:lnTo>
                  <a:pt x="820364" y="281812"/>
                </a:lnTo>
                <a:lnTo>
                  <a:pt x="839419" y="183529"/>
                </a:lnTo>
                <a:cubicBezTo>
                  <a:pt x="848444" y="133384"/>
                  <a:pt x="877528" y="105303"/>
                  <a:pt x="900595" y="105303"/>
                </a:cubicBezTo>
                <a:cubicBezTo>
                  <a:pt x="920653" y="105303"/>
                  <a:pt x="927673" y="118341"/>
                  <a:pt x="927673" y="135390"/>
                </a:cubicBezTo>
                <a:cubicBezTo>
                  <a:pt x="927673" y="143413"/>
                  <a:pt x="926670" y="152439"/>
                  <a:pt x="924664" y="160462"/>
                </a:cubicBezTo>
                <a:lnTo>
                  <a:pt x="901598" y="280809"/>
                </a:lnTo>
                <a:lnTo>
                  <a:pt x="952745" y="280809"/>
                </a:lnTo>
                <a:lnTo>
                  <a:pt x="976814" y="156451"/>
                </a:lnTo>
                <a:cubicBezTo>
                  <a:pt x="978820" y="147425"/>
                  <a:pt x="979823" y="135390"/>
                  <a:pt x="979823" y="123355"/>
                </a:cubicBezTo>
                <a:lnTo>
                  <a:pt x="979823" y="123355"/>
                </a:lnTo>
                <a:close/>
                <a:moveTo>
                  <a:pt x="684974" y="65188"/>
                </a:moveTo>
                <a:cubicBezTo>
                  <a:pt x="656893" y="65188"/>
                  <a:pt x="630818" y="78225"/>
                  <a:pt x="613768" y="100289"/>
                </a:cubicBezTo>
                <a:lnTo>
                  <a:pt x="632823" y="0"/>
                </a:lnTo>
                <a:lnTo>
                  <a:pt x="581676" y="0"/>
                </a:lnTo>
                <a:lnTo>
                  <a:pt x="527520" y="282815"/>
                </a:lnTo>
                <a:lnTo>
                  <a:pt x="578667" y="282815"/>
                </a:lnTo>
                <a:lnTo>
                  <a:pt x="597722" y="184532"/>
                </a:lnTo>
                <a:cubicBezTo>
                  <a:pt x="606748" y="134387"/>
                  <a:pt x="635832" y="106306"/>
                  <a:pt x="658898" y="106306"/>
                </a:cubicBezTo>
                <a:cubicBezTo>
                  <a:pt x="678956" y="106306"/>
                  <a:pt x="685977" y="119344"/>
                  <a:pt x="685977" y="136393"/>
                </a:cubicBezTo>
                <a:cubicBezTo>
                  <a:pt x="685977" y="144416"/>
                  <a:pt x="684974" y="153442"/>
                  <a:pt x="682968" y="161465"/>
                </a:cubicBezTo>
                <a:lnTo>
                  <a:pt x="659901" y="281812"/>
                </a:lnTo>
                <a:lnTo>
                  <a:pt x="711049" y="281812"/>
                </a:lnTo>
                <a:lnTo>
                  <a:pt x="735118" y="157454"/>
                </a:lnTo>
                <a:cubicBezTo>
                  <a:pt x="737124" y="145419"/>
                  <a:pt x="739130" y="134387"/>
                  <a:pt x="739130" y="122352"/>
                </a:cubicBezTo>
                <a:cubicBezTo>
                  <a:pt x="739130" y="83240"/>
                  <a:pt x="716063" y="65188"/>
                  <a:pt x="684974" y="65188"/>
                </a:cubicBezTo>
                <a:close/>
                <a:moveTo>
                  <a:pt x="95275" y="15043"/>
                </a:moveTo>
                <a:lnTo>
                  <a:pt x="46133" y="15043"/>
                </a:lnTo>
                <a:lnTo>
                  <a:pt x="35101" y="70202"/>
                </a:lnTo>
                <a:lnTo>
                  <a:pt x="7020" y="70202"/>
                </a:lnTo>
                <a:lnTo>
                  <a:pt x="0" y="109315"/>
                </a:lnTo>
                <a:lnTo>
                  <a:pt x="28081" y="109315"/>
                </a:lnTo>
                <a:lnTo>
                  <a:pt x="10029" y="204589"/>
                </a:lnTo>
                <a:cubicBezTo>
                  <a:pt x="7020" y="217627"/>
                  <a:pt x="6017" y="230664"/>
                  <a:pt x="6017" y="243702"/>
                </a:cubicBezTo>
                <a:cubicBezTo>
                  <a:pt x="6017" y="267771"/>
                  <a:pt x="21061" y="287829"/>
                  <a:pt x="56162" y="287829"/>
                </a:cubicBezTo>
                <a:cubicBezTo>
                  <a:pt x="67194" y="287829"/>
                  <a:pt x="78225" y="286826"/>
                  <a:pt x="89257" y="283817"/>
                </a:cubicBezTo>
                <a:lnTo>
                  <a:pt x="89257" y="283817"/>
                </a:lnTo>
                <a:lnTo>
                  <a:pt x="97280" y="243702"/>
                </a:lnTo>
                <a:cubicBezTo>
                  <a:pt x="90260" y="244705"/>
                  <a:pt x="84243" y="245708"/>
                  <a:pt x="77222" y="245708"/>
                </a:cubicBezTo>
                <a:cubicBezTo>
                  <a:pt x="68197" y="246711"/>
                  <a:pt x="59171" y="240693"/>
                  <a:pt x="58168" y="231667"/>
                </a:cubicBezTo>
                <a:cubicBezTo>
                  <a:pt x="58168" y="229662"/>
                  <a:pt x="58168" y="228659"/>
                  <a:pt x="58168" y="226653"/>
                </a:cubicBezTo>
                <a:cubicBezTo>
                  <a:pt x="58168" y="216624"/>
                  <a:pt x="60173" y="206595"/>
                  <a:pt x="62179" y="196566"/>
                </a:cubicBezTo>
                <a:lnTo>
                  <a:pt x="79228" y="111321"/>
                </a:lnTo>
                <a:lnTo>
                  <a:pt x="126364" y="111321"/>
                </a:lnTo>
                <a:lnTo>
                  <a:pt x="134387" y="72208"/>
                </a:lnTo>
                <a:lnTo>
                  <a:pt x="87251" y="72208"/>
                </a:lnTo>
                <a:lnTo>
                  <a:pt x="95275" y="15043"/>
                </a:lnTo>
                <a:close/>
                <a:moveTo>
                  <a:pt x="1804198" y="362043"/>
                </a:moveTo>
                <a:cubicBezTo>
                  <a:pt x="1843311" y="380095"/>
                  <a:pt x="1881421" y="372072"/>
                  <a:pt x="1909502" y="321927"/>
                </a:cubicBezTo>
                <a:lnTo>
                  <a:pt x="1909502" y="321927"/>
                </a:lnTo>
                <a:lnTo>
                  <a:pt x="2051912" y="68196"/>
                </a:lnTo>
                <a:lnTo>
                  <a:pt x="1997756" y="68196"/>
                </a:lnTo>
                <a:lnTo>
                  <a:pt x="1916522" y="226653"/>
                </a:lnTo>
                <a:lnTo>
                  <a:pt x="1896464" y="68196"/>
                </a:lnTo>
                <a:lnTo>
                  <a:pt x="1843311" y="68196"/>
                </a:lnTo>
                <a:lnTo>
                  <a:pt x="1881421" y="276797"/>
                </a:lnTo>
                <a:lnTo>
                  <a:pt x="1864372" y="309893"/>
                </a:lnTo>
                <a:cubicBezTo>
                  <a:pt x="1849328" y="334965"/>
                  <a:pt x="1823253" y="326942"/>
                  <a:pt x="1811218" y="319922"/>
                </a:cubicBezTo>
                <a:lnTo>
                  <a:pt x="1804198" y="362043"/>
                </a:lnTo>
                <a:close/>
                <a:moveTo>
                  <a:pt x="1734999" y="65188"/>
                </a:moveTo>
                <a:cubicBezTo>
                  <a:pt x="1644739" y="65188"/>
                  <a:pt x="1598606" y="145419"/>
                  <a:pt x="1598606" y="212612"/>
                </a:cubicBezTo>
                <a:cubicBezTo>
                  <a:pt x="1598606" y="250722"/>
                  <a:pt x="1617661" y="287829"/>
                  <a:pt x="1662791" y="287829"/>
                </a:cubicBezTo>
                <a:cubicBezTo>
                  <a:pt x="1690872" y="287829"/>
                  <a:pt x="1717950" y="273789"/>
                  <a:pt x="1733996" y="249719"/>
                </a:cubicBezTo>
                <a:lnTo>
                  <a:pt x="1729985" y="268774"/>
                </a:lnTo>
                <a:cubicBezTo>
                  <a:pt x="1719956" y="317916"/>
                  <a:pt x="1693881" y="333962"/>
                  <a:pt x="1660785" y="333962"/>
                </a:cubicBezTo>
                <a:cubicBezTo>
                  <a:pt x="1641730" y="333962"/>
                  <a:pt x="1622675" y="329950"/>
                  <a:pt x="1604623" y="320924"/>
                </a:cubicBezTo>
                <a:lnTo>
                  <a:pt x="1596600" y="362043"/>
                </a:lnTo>
                <a:cubicBezTo>
                  <a:pt x="1616658" y="370066"/>
                  <a:pt x="1637719" y="374077"/>
                  <a:pt x="1659782" y="374077"/>
                </a:cubicBezTo>
                <a:cubicBezTo>
                  <a:pt x="1687863" y="375080"/>
                  <a:pt x="1715944" y="367057"/>
                  <a:pt x="1739011" y="350008"/>
                </a:cubicBezTo>
                <a:cubicBezTo>
                  <a:pt x="1763080" y="329950"/>
                  <a:pt x="1775115" y="296855"/>
                  <a:pt x="1783138" y="255737"/>
                </a:cubicBezTo>
                <a:lnTo>
                  <a:pt x="1802192" y="159459"/>
                </a:lnTo>
                <a:cubicBezTo>
                  <a:pt x="1805201" y="147425"/>
                  <a:pt x="1806204" y="135390"/>
                  <a:pt x="1806204" y="122352"/>
                </a:cubicBezTo>
                <a:cubicBezTo>
                  <a:pt x="1806204" y="84243"/>
                  <a:pt x="1779126" y="65188"/>
                  <a:pt x="1734999" y="65188"/>
                </a:cubicBezTo>
                <a:lnTo>
                  <a:pt x="1734999" y="65188"/>
                </a:lnTo>
                <a:close/>
                <a:moveTo>
                  <a:pt x="1751045" y="156451"/>
                </a:moveTo>
                <a:lnTo>
                  <a:pt x="1747034" y="176508"/>
                </a:lnTo>
                <a:cubicBezTo>
                  <a:pt x="1738008" y="219633"/>
                  <a:pt x="1710929" y="246711"/>
                  <a:pt x="1684855" y="246711"/>
                </a:cubicBezTo>
                <a:cubicBezTo>
                  <a:pt x="1660785" y="246711"/>
                  <a:pt x="1650756" y="226653"/>
                  <a:pt x="1650756" y="203586"/>
                </a:cubicBezTo>
                <a:cubicBezTo>
                  <a:pt x="1650756" y="161465"/>
                  <a:pt x="1679840" y="104300"/>
                  <a:pt x="1724970" y="104300"/>
                </a:cubicBezTo>
                <a:cubicBezTo>
                  <a:pt x="1739011" y="102295"/>
                  <a:pt x="1752048" y="112324"/>
                  <a:pt x="1753051" y="126364"/>
                </a:cubicBezTo>
                <a:cubicBezTo>
                  <a:pt x="1753051" y="128370"/>
                  <a:pt x="1753051" y="129373"/>
                  <a:pt x="1753051" y="131378"/>
                </a:cubicBezTo>
                <a:cubicBezTo>
                  <a:pt x="1753051" y="139402"/>
                  <a:pt x="1752048" y="148427"/>
                  <a:pt x="1751045" y="156451"/>
                </a:cubicBezTo>
                <a:close/>
                <a:moveTo>
                  <a:pt x="2108074" y="238687"/>
                </a:moveTo>
                <a:cubicBezTo>
                  <a:pt x="2111083" y="214618"/>
                  <a:pt x="2094033" y="192555"/>
                  <a:pt x="2069964" y="190549"/>
                </a:cubicBezTo>
                <a:cubicBezTo>
                  <a:pt x="2067958" y="190549"/>
                  <a:pt x="2065953" y="190549"/>
                  <a:pt x="2063947" y="190549"/>
                </a:cubicBezTo>
                <a:cubicBezTo>
                  <a:pt x="2036869" y="191552"/>
                  <a:pt x="2013802" y="211610"/>
                  <a:pt x="2010794" y="239690"/>
                </a:cubicBezTo>
                <a:cubicBezTo>
                  <a:pt x="2007785" y="263760"/>
                  <a:pt x="2024834" y="284820"/>
                  <a:pt x="2048903" y="287829"/>
                </a:cubicBezTo>
                <a:cubicBezTo>
                  <a:pt x="2050909" y="287829"/>
                  <a:pt x="2052915" y="287829"/>
                  <a:pt x="2054921" y="287829"/>
                </a:cubicBezTo>
                <a:cubicBezTo>
                  <a:pt x="2081999" y="286826"/>
                  <a:pt x="2105065" y="265766"/>
                  <a:pt x="2108074" y="238687"/>
                </a:cubicBezTo>
                <a:close/>
                <a:moveTo>
                  <a:pt x="2101054" y="238687"/>
                </a:moveTo>
                <a:cubicBezTo>
                  <a:pt x="2098045" y="262757"/>
                  <a:pt x="2078990" y="280809"/>
                  <a:pt x="2054921" y="280809"/>
                </a:cubicBezTo>
                <a:cubicBezTo>
                  <a:pt x="2034863" y="280809"/>
                  <a:pt x="2017814" y="264763"/>
                  <a:pt x="2016811" y="244705"/>
                </a:cubicBezTo>
                <a:cubicBezTo>
                  <a:pt x="2016811" y="242699"/>
                  <a:pt x="2016811" y="241696"/>
                  <a:pt x="2016811" y="239690"/>
                </a:cubicBezTo>
                <a:cubicBezTo>
                  <a:pt x="2019820" y="215621"/>
                  <a:pt x="2038874" y="197569"/>
                  <a:pt x="2062944" y="197569"/>
                </a:cubicBezTo>
                <a:cubicBezTo>
                  <a:pt x="2083002" y="197569"/>
                  <a:pt x="2100051" y="213615"/>
                  <a:pt x="2101054" y="233673"/>
                </a:cubicBezTo>
                <a:cubicBezTo>
                  <a:pt x="2101054" y="234676"/>
                  <a:pt x="2101054" y="236682"/>
                  <a:pt x="2101054" y="238687"/>
                </a:cubicBezTo>
                <a:close/>
                <a:moveTo>
                  <a:pt x="2066955" y="244705"/>
                </a:moveTo>
                <a:lnTo>
                  <a:pt x="2074979" y="267771"/>
                </a:lnTo>
                <a:lnTo>
                  <a:pt x="2066955" y="267771"/>
                </a:lnTo>
                <a:lnTo>
                  <a:pt x="2058932" y="245708"/>
                </a:lnTo>
                <a:lnTo>
                  <a:pt x="2047900" y="245708"/>
                </a:lnTo>
                <a:lnTo>
                  <a:pt x="2043889" y="267771"/>
                </a:lnTo>
                <a:lnTo>
                  <a:pt x="2036869" y="267771"/>
                </a:lnTo>
                <a:lnTo>
                  <a:pt x="2047900" y="210607"/>
                </a:lnTo>
                <a:lnTo>
                  <a:pt x="2066955" y="210607"/>
                </a:lnTo>
                <a:cubicBezTo>
                  <a:pt x="2074979" y="210607"/>
                  <a:pt x="2081999" y="216624"/>
                  <a:pt x="2081999" y="224647"/>
                </a:cubicBezTo>
                <a:cubicBezTo>
                  <a:pt x="2081999" y="224647"/>
                  <a:pt x="2081999" y="224647"/>
                  <a:pt x="2081999" y="224647"/>
                </a:cubicBezTo>
                <a:cubicBezTo>
                  <a:pt x="2083002" y="233673"/>
                  <a:pt x="2075981" y="241696"/>
                  <a:pt x="2066955" y="244705"/>
                </a:cubicBezTo>
                <a:lnTo>
                  <a:pt x="2066955" y="244705"/>
                </a:lnTo>
                <a:close/>
                <a:moveTo>
                  <a:pt x="2066955" y="216624"/>
                </a:moveTo>
                <a:lnTo>
                  <a:pt x="2053918" y="216624"/>
                </a:lnTo>
                <a:lnTo>
                  <a:pt x="2049906" y="237685"/>
                </a:lnTo>
                <a:lnTo>
                  <a:pt x="2061941" y="237685"/>
                </a:lnTo>
                <a:cubicBezTo>
                  <a:pt x="2068961" y="237685"/>
                  <a:pt x="2073976" y="232670"/>
                  <a:pt x="2074979" y="226653"/>
                </a:cubicBezTo>
                <a:cubicBezTo>
                  <a:pt x="2075981" y="222641"/>
                  <a:pt x="2072973" y="217627"/>
                  <a:pt x="2068961" y="216624"/>
                </a:cubicBezTo>
                <a:cubicBezTo>
                  <a:pt x="2068961" y="216624"/>
                  <a:pt x="2067958" y="216624"/>
                  <a:pt x="2066955" y="216624"/>
                </a:cubicBezTo>
                <a:lnTo>
                  <a:pt x="2066955" y="216624"/>
                </a:lnTo>
                <a:close/>
              </a:path>
            </a:pathLst>
          </a:custGeom>
          <a:solidFill>
            <a:srgbClr val="FFFFFF"/>
          </a:solidFill>
          <a:ln w="10025" cap="flat">
            <a:noFill/>
            <a:prstDash val="solid"/>
            <a:miter/>
          </a:ln>
        </p:spPr>
        <p:txBody>
          <a:bodyPr rtlCol="0" anchor="ctr"/>
          <a:lstStyle/>
          <a:p>
            <a:endParaRPr lang="en-US" sz="506"/>
          </a:p>
        </p:txBody>
      </p:sp>
    </p:spTree>
    <p:extLst>
      <p:ext uri="{BB962C8B-B14F-4D97-AF65-F5344CB8AC3E}">
        <p14:creationId xmlns:p14="http://schemas.microsoft.com/office/powerpoint/2010/main" val="279861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5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5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7C643A34-0BF7-BE67-9CC9-43FE1BE937A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11"/>
            <a:ext cx="9146175" cy="5144723"/>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45929" y="4803029"/>
            <a:ext cx="857250" cy="265748"/>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261653" y="3987946"/>
            <a:ext cx="4264819" cy="312923"/>
          </a:xfrm>
          <a:prstGeom prst="rect">
            <a:avLst/>
          </a:prstGeom>
        </p:spPr>
        <p:txBody>
          <a:bodyPr lIns="0" tIns="0" rIns="0" bIns="0">
            <a:spAutoFit/>
          </a:bodyPr>
          <a:lstStyle>
            <a:lvl1pPr marL="0" indent="0">
              <a:lnSpc>
                <a:spcPct val="89000"/>
              </a:lnSpc>
              <a:spcBef>
                <a:spcPts val="0"/>
              </a:spcBef>
              <a:spcAft>
                <a:spcPts val="450"/>
              </a:spcAft>
              <a:buNone/>
              <a:defRPr b="0" i="0">
                <a:solidFill>
                  <a:schemeClr val="bg1"/>
                </a:solidFill>
                <a:latin typeface="Aptos Light" panose="020B00040202020202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242659" y="2366309"/>
            <a:ext cx="4921012" cy="410882"/>
          </a:xfrm>
          <a:prstGeom prst="rect">
            <a:avLst/>
          </a:prstGeom>
        </p:spPr>
        <p:txBody>
          <a:bodyPr wrap="square" lIns="0" tIns="0" rIns="0" bIns="0" anchor="b" anchorCtr="0">
            <a:spAutoFit/>
          </a:bodyPr>
          <a:lstStyle>
            <a:lvl1pPr algn="l" fontAlgn="b">
              <a:lnSpc>
                <a:spcPct val="89000"/>
              </a:lnSpc>
              <a:spcBef>
                <a:spcPts val="0"/>
              </a:spcBef>
              <a:spcAft>
                <a:spcPts val="450"/>
              </a:spcAft>
              <a:defRPr sz="3000" b="0" i="0">
                <a:solidFill>
                  <a:schemeClr val="bg1"/>
                </a:solidFill>
                <a:latin typeface="Aptos Light" panose="020B00040202020202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253994" y="2917259"/>
            <a:ext cx="4921012" cy="254108"/>
          </a:xfrm>
          <a:prstGeom prst="rect">
            <a:avLst/>
          </a:prstGeom>
        </p:spPr>
        <p:txBody>
          <a:bodyPr wrap="square" lIns="0" tIns="0" rIns="0" bIns="0" anchor="t">
            <a:spAutoFit/>
          </a:bodyPr>
          <a:lstStyle>
            <a:lvl1pPr marL="0" indent="0" algn="l">
              <a:lnSpc>
                <a:spcPct val="89000"/>
              </a:lnSpc>
              <a:spcBef>
                <a:spcPts val="0"/>
              </a:spcBef>
              <a:spcAft>
                <a:spcPts val="450"/>
              </a:spcAft>
              <a:buNone/>
              <a:defRPr sz="1800" b="0" i="0">
                <a:ln>
                  <a:noFill/>
                </a:ln>
                <a:solidFill>
                  <a:schemeClr val="bg1"/>
                </a:solidFill>
                <a:latin typeface="Aptos Light" panose="020B0004020202020204" pitchFamily="34" charset="0"/>
                <a:ea typeface="Aptos Light" panose="020B00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Date/subtitle goes here</a:t>
            </a:r>
          </a:p>
        </p:txBody>
      </p:sp>
      <p:sp>
        <p:nvSpPr>
          <p:cNvPr id="3" name="Freeform: Shape 14">
            <a:extLst>
              <a:ext uri="{FF2B5EF4-FFF2-40B4-BE49-F238E27FC236}">
                <a16:creationId xmlns:a16="http://schemas.microsoft.com/office/drawing/2014/main" id="{3772A556-2D4E-B7B0-40CF-D41CB54BCECF}"/>
              </a:ext>
            </a:extLst>
          </p:cNvPr>
          <p:cNvSpPr/>
          <p:nvPr userDrawn="1"/>
        </p:nvSpPr>
        <p:spPr bwMode="black">
          <a:xfrm>
            <a:off x="5426801" y="1"/>
            <a:ext cx="3717200" cy="4517706"/>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 name="connsiteX0" fmla="*/ 2257176 w 9912531"/>
              <a:gd name="connsiteY0" fmla="*/ 0 h 13719261"/>
              <a:gd name="connsiteX1" fmla="*/ 5727093 w 9912531"/>
              <a:gd name="connsiteY1" fmla="*/ 0 h 13719261"/>
              <a:gd name="connsiteX2" fmla="*/ 5175495 w 9912531"/>
              <a:gd name="connsiteY2" fmla="*/ 2946777 h 13719261"/>
              <a:gd name="connsiteX3" fmla="*/ 8109219 w 9912531"/>
              <a:gd name="connsiteY3" fmla="*/ 44613 h 13719261"/>
              <a:gd name="connsiteX4" fmla="*/ 8229803 w 9912531"/>
              <a:gd name="connsiteY4" fmla="*/ 0 h 13719261"/>
              <a:gd name="connsiteX5" fmla="*/ 9912531 w 9912531"/>
              <a:gd name="connsiteY5" fmla="*/ 0 h 13719261"/>
              <a:gd name="connsiteX6" fmla="*/ 9912531 w 9912531"/>
              <a:gd name="connsiteY6" fmla="*/ 3726234 h 13719261"/>
              <a:gd name="connsiteX7" fmla="*/ 9905111 w 9912531"/>
              <a:gd name="connsiteY7" fmla="*/ 3765852 h 13719261"/>
              <a:gd name="connsiteX8" fmla="*/ 4691349 w 9912531"/>
              <a:gd name="connsiteY8" fmla="*/ 8040537 h 13719261"/>
              <a:gd name="connsiteX9" fmla="*/ 3627255 w 9912531"/>
              <a:gd name="connsiteY9" fmla="*/ 13719261 h 13719261"/>
              <a:gd name="connsiteX10" fmla="*/ 0 w 9912531"/>
              <a:gd name="connsiteY10" fmla="*/ 12047215 h 13719261"/>
              <a:gd name="connsiteX11" fmla="*/ 2257176 w 9912531"/>
              <a:gd name="connsiteY11" fmla="*/ 0 h 13719261"/>
              <a:gd name="connsiteX0" fmla="*/ 2257176 w 9912531"/>
              <a:gd name="connsiteY0" fmla="*/ 0 h 12047215"/>
              <a:gd name="connsiteX1" fmla="*/ 5727093 w 9912531"/>
              <a:gd name="connsiteY1" fmla="*/ 0 h 12047215"/>
              <a:gd name="connsiteX2" fmla="*/ 5175495 w 9912531"/>
              <a:gd name="connsiteY2" fmla="*/ 2946777 h 12047215"/>
              <a:gd name="connsiteX3" fmla="*/ 8109219 w 9912531"/>
              <a:gd name="connsiteY3" fmla="*/ 44613 h 12047215"/>
              <a:gd name="connsiteX4" fmla="*/ 8229803 w 9912531"/>
              <a:gd name="connsiteY4" fmla="*/ 0 h 12047215"/>
              <a:gd name="connsiteX5" fmla="*/ 9912531 w 9912531"/>
              <a:gd name="connsiteY5" fmla="*/ 0 h 12047215"/>
              <a:gd name="connsiteX6" fmla="*/ 9912531 w 9912531"/>
              <a:gd name="connsiteY6" fmla="*/ 3726234 h 12047215"/>
              <a:gd name="connsiteX7" fmla="*/ 9905111 w 9912531"/>
              <a:gd name="connsiteY7" fmla="*/ 3765852 h 12047215"/>
              <a:gd name="connsiteX8" fmla="*/ 4691349 w 9912531"/>
              <a:gd name="connsiteY8" fmla="*/ 8040537 h 12047215"/>
              <a:gd name="connsiteX9" fmla="*/ 3966890 w 9912531"/>
              <a:gd name="connsiteY9" fmla="*/ 11799021 h 12047215"/>
              <a:gd name="connsiteX10" fmla="*/ 0 w 9912531"/>
              <a:gd name="connsiteY10" fmla="*/ 12047215 h 12047215"/>
              <a:gd name="connsiteX11" fmla="*/ 2257176 w 9912531"/>
              <a:gd name="connsiteY11" fmla="*/ 0 h 12047215"/>
              <a:gd name="connsiteX0" fmla="*/ 2257176 w 9912531"/>
              <a:gd name="connsiteY0" fmla="*/ 0 h 12047215"/>
              <a:gd name="connsiteX1" fmla="*/ 5727093 w 9912531"/>
              <a:gd name="connsiteY1" fmla="*/ 0 h 12047215"/>
              <a:gd name="connsiteX2" fmla="*/ 5175495 w 9912531"/>
              <a:gd name="connsiteY2" fmla="*/ 2946777 h 12047215"/>
              <a:gd name="connsiteX3" fmla="*/ 8109219 w 9912531"/>
              <a:gd name="connsiteY3" fmla="*/ 44613 h 12047215"/>
              <a:gd name="connsiteX4" fmla="*/ 8229803 w 9912531"/>
              <a:gd name="connsiteY4" fmla="*/ 0 h 12047215"/>
              <a:gd name="connsiteX5" fmla="*/ 9912531 w 9912531"/>
              <a:gd name="connsiteY5" fmla="*/ 0 h 12047215"/>
              <a:gd name="connsiteX6" fmla="*/ 9912531 w 9912531"/>
              <a:gd name="connsiteY6" fmla="*/ 3726234 h 12047215"/>
              <a:gd name="connsiteX7" fmla="*/ 9905111 w 9912531"/>
              <a:gd name="connsiteY7" fmla="*/ 3765852 h 12047215"/>
              <a:gd name="connsiteX8" fmla="*/ 4691349 w 9912531"/>
              <a:gd name="connsiteY8" fmla="*/ 8040537 h 12047215"/>
              <a:gd name="connsiteX9" fmla="*/ 3966890 w 9912531"/>
              <a:gd name="connsiteY9" fmla="*/ 11799021 h 12047215"/>
              <a:gd name="connsiteX10" fmla="*/ 0 w 9912531"/>
              <a:gd name="connsiteY10" fmla="*/ 12047215 h 12047215"/>
              <a:gd name="connsiteX11" fmla="*/ 2257176 w 9912531"/>
              <a:gd name="connsiteY11" fmla="*/ 0 h 12047215"/>
              <a:gd name="connsiteX0" fmla="*/ 2257176 w 9912531"/>
              <a:gd name="connsiteY0" fmla="*/ 0 h 12047215"/>
              <a:gd name="connsiteX1" fmla="*/ 5727093 w 9912531"/>
              <a:gd name="connsiteY1" fmla="*/ 0 h 12047215"/>
              <a:gd name="connsiteX2" fmla="*/ 5175495 w 9912531"/>
              <a:gd name="connsiteY2" fmla="*/ 2946777 h 12047215"/>
              <a:gd name="connsiteX3" fmla="*/ 8109219 w 9912531"/>
              <a:gd name="connsiteY3" fmla="*/ 44613 h 12047215"/>
              <a:gd name="connsiteX4" fmla="*/ 8229803 w 9912531"/>
              <a:gd name="connsiteY4" fmla="*/ 0 h 12047215"/>
              <a:gd name="connsiteX5" fmla="*/ 9912531 w 9912531"/>
              <a:gd name="connsiteY5" fmla="*/ 0 h 12047215"/>
              <a:gd name="connsiteX6" fmla="*/ 9912531 w 9912531"/>
              <a:gd name="connsiteY6" fmla="*/ 3726234 h 12047215"/>
              <a:gd name="connsiteX7" fmla="*/ 9905111 w 9912531"/>
              <a:gd name="connsiteY7" fmla="*/ 3765852 h 12047215"/>
              <a:gd name="connsiteX8" fmla="*/ 4691349 w 9912531"/>
              <a:gd name="connsiteY8" fmla="*/ 8040537 h 12047215"/>
              <a:gd name="connsiteX9" fmla="*/ 3966890 w 9912531"/>
              <a:gd name="connsiteY9" fmla="*/ 11799021 h 12047215"/>
              <a:gd name="connsiteX10" fmla="*/ 0 w 9912531"/>
              <a:gd name="connsiteY10" fmla="*/ 12047215 h 12047215"/>
              <a:gd name="connsiteX11" fmla="*/ 2257176 w 9912531"/>
              <a:gd name="connsiteY11" fmla="*/ 0 h 12047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12531" h="12047215">
                <a:moveTo>
                  <a:pt x="2257176" y="0"/>
                </a:moveTo>
                <a:lnTo>
                  <a:pt x="5727093" y="0"/>
                </a:lnTo>
                <a:lnTo>
                  <a:pt x="5175495" y="2946777"/>
                </a:lnTo>
                <a:cubicBezTo>
                  <a:pt x="5744941" y="1630922"/>
                  <a:pt x="6803425" y="587408"/>
                  <a:pt x="8109219" y="44613"/>
                </a:cubicBezTo>
                <a:lnTo>
                  <a:pt x="8229803" y="0"/>
                </a:lnTo>
                <a:lnTo>
                  <a:pt x="9912531" y="0"/>
                </a:lnTo>
                <a:lnTo>
                  <a:pt x="9912531" y="3726234"/>
                </a:lnTo>
                <a:lnTo>
                  <a:pt x="9905111" y="3765852"/>
                </a:lnTo>
                <a:cubicBezTo>
                  <a:pt x="7211395" y="3351926"/>
                  <a:pt x="5318697" y="4691887"/>
                  <a:pt x="4691349" y="8040537"/>
                </a:cubicBezTo>
                <a:lnTo>
                  <a:pt x="3966890" y="11799021"/>
                </a:lnTo>
                <a:cubicBezTo>
                  <a:pt x="1206304" y="12180137"/>
                  <a:pt x="1322297" y="11964484"/>
                  <a:pt x="0" y="12047215"/>
                </a:cubicBezTo>
                <a:lnTo>
                  <a:pt x="2257176" y="0"/>
                </a:lnTo>
                <a:close/>
              </a:path>
            </a:pathLst>
          </a:custGeom>
          <a:solidFill>
            <a:schemeClr val="bg1"/>
          </a:solidFill>
          <a:ln w="12537" cap="flat">
            <a:noFill/>
            <a:prstDash val="solid"/>
            <a:miter/>
          </a:ln>
        </p:spPr>
        <p:txBody>
          <a:bodyPr rtlCol="0" anchor="ctr"/>
          <a:lstStyle/>
          <a:p>
            <a:endParaRPr lang="en-US" sz="338"/>
          </a:p>
        </p:txBody>
      </p:sp>
      <p:sp>
        <p:nvSpPr>
          <p:cNvPr id="47" name="Rectangle 46">
            <a:extLst>
              <a:ext uri="{FF2B5EF4-FFF2-40B4-BE49-F238E27FC236}">
                <a16:creationId xmlns:a16="http://schemas.microsoft.com/office/drawing/2014/main" id="{D218D42A-23F7-C4D6-06A7-9B1D0521A60C}"/>
              </a:ext>
            </a:extLst>
          </p:cNvPr>
          <p:cNvSpPr/>
          <p:nvPr userDrawn="1"/>
        </p:nvSpPr>
        <p:spPr>
          <a:xfrm>
            <a:off x="5298814" y="4936402"/>
            <a:ext cx="1517921" cy="213928"/>
          </a:xfrm>
          <a:custGeom>
            <a:avLst/>
            <a:gdLst>
              <a:gd name="connsiteX0" fmla="*/ 0 w 1824250"/>
              <a:gd name="connsiteY0" fmla="*/ 0 h 700585"/>
              <a:gd name="connsiteX1" fmla="*/ 1824250 w 1824250"/>
              <a:gd name="connsiteY1" fmla="*/ 0 h 700585"/>
              <a:gd name="connsiteX2" fmla="*/ 1824250 w 1824250"/>
              <a:gd name="connsiteY2" fmla="*/ 700585 h 700585"/>
              <a:gd name="connsiteX3" fmla="*/ 0 w 1824250"/>
              <a:gd name="connsiteY3" fmla="*/ 700585 h 700585"/>
              <a:gd name="connsiteX4" fmla="*/ 0 w 1824250"/>
              <a:gd name="connsiteY4" fmla="*/ 0 h 700585"/>
              <a:gd name="connsiteX0" fmla="*/ 141027 w 1965277"/>
              <a:gd name="connsiteY0" fmla="*/ 0 h 705135"/>
              <a:gd name="connsiteX1" fmla="*/ 1965277 w 1965277"/>
              <a:gd name="connsiteY1" fmla="*/ 0 h 705135"/>
              <a:gd name="connsiteX2" fmla="*/ 1965277 w 1965277"/>
              <a:gd name="connsiteY2" fmla="*/ 700585 h 705135"/>
              <a:gd name="connsiteX3" fmla="*/ 0 w 1965277"/>
              <a:gd name="connsiteY3" fmla="*/ 705135 h 705135"/>
              <a:gd name="connsiteX4" fmla="*/ 141027 w 1965277"/>
              <a:gd name="connsiteY4" fmla="*/ 0 h 705135"/>
              <a:gd name="connsiteX0" fmla="*/ 141027 w 2101754"/>
              <a:gd name="connsiteY0" fmla="*/ 0 h 705135"/>
              <a:gd name="connsiteX1" fmla="*/ 2101754 w 2101754"/>
              <a:gd name="connsiteY1" fmla="*/ 4549 h 705135"/>
              <a:gd name="connsiteX2" fmla="*/ 1965277 w 2101754"/>
              <a:gd name="connsiteY2" fmla="*/ 700585 h 705135"/>
              <a:gd name="connsiteX3" fmla="*/ 0 w 2101754"/>
              <a:gd name="connsiteY3" fmla="*/ 705135 h 705135"/>
              <a:gd name="connsiteX4" fmla="*/ 141027 w 2101754"/>
              <a:gd name="connsiteY4" fmla="*/ 0 h 705135"/>
              <a:gd name="connsiteX0" fmla="*/ 141027 w 1997121"/>
              <a:gd name="connsiteY0" fmla="*/ 0 h 705135"/>
              <a:gd name="connsiteX1" fmla="*/ 1997121 w 1997121"/>
              <a:gd name="connsiteY1" fmla="*/ 432179 h 705135"/>
              <a:gd name="connsiteX2" fmla="*/ 1965277 w 1997121"/>
              <a:gd name="connsiteY2" fmla="*/ 700585 h 705135"/>
              <a:gd name="connsiteX3" fmla="*/ 0 w 1997121"/>
              <a:gd name="connsiteY3" fmla="*/ 705135 h 705135"/>
              <a:gd name="connsiteX4" fmla="*/ 141027 w 1997121"/>
              <a:gd name="connsiteY4" fmla="*/ 0 h 705135"/>
              <a:gd name="connsiteX0" fmla="*/ 0 w 2001670"/>
              <a:gd name="connsiteY0" fmla="*/ 282054 h 282054"/>
              <a:gd name="connsiteX1" fmla="*/ 2001670 w 2001670"/>
              <a:gd name="connsiteY1" fmla="*/ 0 h 282054"/>
              <a:gd name="connsiteX2" fmla="*/ 1969826 w 2001670"/>
              <a:gd name="connsiteY2" fmla="*/ 268406 h 282054"/>
              <a:gd name="connsiteX3" fmla="*/ 4549 w 2001670"/>
              <a:gd name="connsiteY3" fmla="*/ 272956 h 282054"/>
              <a:gd name="connsiteX4" fmla="*/ 0 w 2001670"/>
              <a:gd name="connsiteY4" fmla="*/ 282054 h 282054"/>
              <a:gd name="connsiteX0" fmla="*/ 0 w 2001670"/>
              <a:gd name="connsiteY0" fmla="*/ 282054 h 282063"/>
              <a:gd name="connsiteX1" fmla="*/ 2001670 w 2001670"/>
              <a:gd name="connsiteY1" fmla="*/ 0 h 282063"/>
              <a:gd name="connsiteX2" fmla="*/ 1969826 w 2001670"/>
              <a:gd name="connsiteY2" fmla="*/ 268406 h 282063"/>
              <a:gd name="connsiteX3" fmla="*/ 4549 w 2001670"/>
              <a:gd name="connsiteY3" fmla="*/ 272956 h 282063"/>
              <a:gd name="connsiteX4" fmla="*/ 0 w 2001670"/>
              <a:gd name="connsiteY4" fmla="*/ 282054 h 282063"/>
              <a:gd name="connsiteX0" fmla="*/ 0 w 2023895"/>
              <a:gd name="connsiteY0" fmla="*/ 285229 h 285237"/>
              <a:gd name="connsiteX1" fmla="*/ 2023895 w 2023895"/>
              <a:gd name="connsiteY1" fmla="*/ 0 h 285237"/>
              <a:gd name="connsiteX2" fmla="*/ 1969826 w 2023895"/>
              <a:gd name="connsiteY2" fmla="*/ 271581 h 285237"/>
              <a:gd name="connsiteX3" fmla="*/ 4549 w 2023895"/>
              <a:gd name="connsiteY3" fmla="*/ 276131 h 285237"/>
              <a:gd name="connsiteX4" fmla="*/ 0 w 2023895"/>
              <a:gd name="connsiteY4" fmla="*/ 285229 h 285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3895" h="285237">
                <a:moveTo>
                  <a:pt x="0" y="285229"/>
                </a:moveTo>
                <a:cubicBezTo>
                  <a:pt x="589886" y="286745"/>
                  <a:pt x="1356672" y="94018"/>
                  <a:pt x="2023895" y="0"/>
                </a:cubicBezTo>
                <a:lnTo>
                  <a:pt x="1969826" y="271581"/>
                </a:lnTo>
                <a:lnTo>
                  <a:pt x="4549" y="276131"/>
                </a:lnTo>
                <a:lnTo>
                  <a:pt x="0" y="28522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err="1">
              <a:solidFill>
                <a:schemeClr val="bg1"/>
              </a:solidFill>
            </a:endParaRPr>
          </a:p>
        </p:txBody>
      </p:sp>
    </p:spTree>
    <p:extLst>
      <p:ext uri="{BB962C8B-B14F-4D97-AF65-F5344CB8AC3E}">
        <p14:creationId xmlns:p14="http://schemas.microsoft.com/office/powerpoint/2010/main" val="184290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6729412" y="0"/>
            <a:ext cx="2414588"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6919914" y="231893"/>
            <a:ext cx="1949052" cy="3438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225"/>
              </a:spcBef>
              <a:spcAft>
                <a:spcPts val="225"/>
              </a:spcAft>
            </a:pPr>
            <a:r>
              <a:rPr lang="en-US" sz="1125" b="1">
                <a:solidFill>
                  <a:schemeClr val="tx1"/>
                </a:solidFill>
                <a:latin typeface="Fira Sans" panose="020B0503050000020004" pitchFamily="34" charset="0"/>
              </a:rPr>
              <a:t>Rackspace Technology</a:t>
            </a:r>
          </a:p>
          <a:p>
            <a:pPr>
              <a:lnSpc>
                <a:spcPct val="110000"/>
              </a:lnSpc>
              <a:spcBef>
                <a:spcPts val="225"/>
              </a:spcBef>
              <a:spcAft>
                <a:spcPts val="225"/>
              </a:spcAft>
            </a:pPr>
            <a:r>
              <a:rPr lang="en-US" sz="1125">
                <a:solidFill>
                  <a:schemeClr val="tx1"/>
                </a:solidFill>
                <a:latin typeface="Fira Sans" panose="020B0503050000020004" pitchFamily="34" charset="0"/>
              </a:rPr>
              <a:t>19122 U.S. Highway 281 North Ste 128, San Antonio, TX 78258</a:t>
            </a:r>
          </a:p>
          <a:p>
            <a:pPr marL="0" algn="l" defTabSz="171450" rtl="0" eaLnBrk="1" latinLnBrk="0" hangingPunct="1">
              <a:lnSpc>
                <a:spcPct val="110000"/>
              </a:lnSpc>
              <a:spcBef>
                <a:spcPts val="225"/>
              </a:spcBef>
              <a:spcAft>
                <a:spcPts val="1350"/>
              </a:spcAft>
            </a:pPr>
            <a:r>
              <a:rPr lang="en-US" sz="1125" b="1" kern="1200" cap="none">
                <a:solidFill>
                  <a:schemeClr val="tx1"/>
                </a:solidFill>
                <a:latin typeface="Fira Sans" panose="020B0503050000020004" pitchFamily="34" charset="0"/>
                <a:ea typeface="+mn-ea"/>
                <a:cs typeface="+mn-cs"/>
              </a:rPr>
              <a:t>www.rackspace.com</a:t>
            </a:r>
          </a:p>
          <a:p>
            <a:pPr marL="0" marR="0" lvl="0" indent="0" algn="l" defTabSz="171450" rtl="0" eaLnBrk="1" fontAlgn="auto" latinLnBrk="0" hangingPunct="1">
              <a:lnSpc>
                <a:spcPct val="110000"/>
              </a:lnSpc>
              <a:spcBef>
                <a:spcPts val="225"/>
              </a:spcBef>
              <a:spcAft>
                <a:spcPts val="225"/>
              </a:spcAft>
              <a:buClrTx/>
              <a:buSzTx/>
              <a:buFontTx/>
              <a:buNone/>
              <a:tabLst/>
              <a:defRPr sz="1400" b="1">
                <a:solidFill>
                  <a:srgbClr val="2E3238"/>
                </a:solidFill>
              </a:defRPr>
            </a:pP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45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45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685800" rtl="0" eaLnBrk="1" fontAlgn="auto" latinLnBrk="0" hangingPunct="1">
              <a:lnSpc>
                <a:spcPct val="110000"/>
              </a:lnSpc>
              <a:spcBef>
                <a:spcPts val="225"/>
              </a:spcBef>
              <a:spcAft>
                <a:spcPts val="225"/>
              </a:spcAft>
              <a:buClrTx/>
              <a:buSzTx/>
              <a:buFont typeface="Arial" panose="020B0604020202020204" pitchFamily="34" charset="0"/>
              <a:buNone/>
              <a:tabLst/>
              <a:defRPr/>
            </a:pPr>
            <a:endParaRPr lang="en-US" sz="338" cap="none" baseline="0">
              <a:solidFill>
                <a:schemeClr val="tx1"/>
              </a:solidFill>
              <a:latin typeface="Fira Sans" panose="020B0503050000020004" pitchFamily="34" charset="0"/>
            </a:endParaRPr>
          </a:p>
          <a:p>
            <a:pPr>
              <a:spcBef>
                <a:spcPts val="225"/>
              </a:spcBef>
              <a:spcAft>
                <a:spcPts val="225"/>
              </a:spcAft>
            </a:pPr>
            <a:endParaRPr lang="en-US" sz="338">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23243" y="105480"/>
            <a:ext cx="4270176" cy="773289"/>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685800" rtl="0" eaLnBrk="1" latinLnBrk="0" hangingPunct="1">
              <a:lnSpc>
                <a:spcPct val="100000"/>
              </a:lnSpc>
              <a:spcBef>
                <a:spcPct val="0"/>
              </a:spcBef>
              <a:buNone/>
            </a:pPr>
            <a:r>
              <a:rPr lang="en-US" sz="5025" b="0" i="0" kern="1200">
                <a:ln w="9525">
                  <a:noFill/>
                </a:ln>
                <a:solidFill>
                  <a:schemeClr val="bg1"/>
                </a:solidFill>
                <a:latin typeface="Fira Sans Light" panose="020B04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5927" y="4377907"/>
            <a:ext cx="1831086" cy="567637"/>
          </a:xfrm>
          <a:prstGeom prst="rect">
            <a:avLst/>
          </a:prstGeom>
        </p:spPr>
      </p:pic>
      <p:sp>
        <p:nvSpPr>
          <p:cNvPr id="4" name="Text Placeholder 3">
            <a:extLst>
              <a:ext uri="{FF2B5EF4-FFF2-40B4-BE49-F238E27FC236}">
                <a16:creationId xmlns:a16="http://schemas.microsoft.com/office/drawing/2014/main" id="{40BB225F-CF54-A4BB-80AA-14CE6DB0D31F}"/>
              </a:ext>
            </a:extLst>
          </p:cNvPr>
          <p:cNvSpPr>
            <a:spLocks noGrp="1"/>
          </p:cNvSpPr>
          <p:nvPr>
            <p:ph type="body" sz="quarter" idx="10" hasCustomPrompt="1"/>
          </p:nvPr>
        </p:nvSpPr>
        <p:spPr>
          <a:xfrm>
            <a:off x="8051007" y="4699846"/>
            <a:ext cx="817960" cy="207169"/>
          </a:xfrm>
          <a:prstGeom prst="rect">
            <a:avLst/>
          </a:prstGeom>
        </p:spPr>
        <p:txBody>
          <a:bodyPr lIns="0" tIns="0" rIns="0" bIns="0"/>
          <a:lstStyle>
            <a:lvl1pPr marL="0" indent="0" algn="r">
              <a:buNone/>
              <a:defRPr sz="600">
                <a:latin typeface="Fira Sans" panose="020B0503050000020004" pitchFamily="34" charset="0"/>
              </a:defRPr>
            </a:lvl1pPr>
          </a:lstStyle>
          <a:p>
            <a:pPr lvl="0"/>
            <a:r>
              <a:rPr lang="en-GB"/>
              <a:t>TSK number</a:t>
            </a:r>
            <a:endParaRPr lang="en-US"/>
          </a:p>
        </p:txBody>
      </p:sp>
    </p:spTree>
    <p:extLst>
      <p:ext uri="{BB962C8B-B14F-4D97-AF65-F5344CB8AC3E}">
        <p14:creationId xmlns:p14="http://schemas.microsoft.com/office/powerpoint/2010/main" val="177006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Thank you US">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23243" y="1802034"/>
            <a:ext cx="4270176" cy="773289"/>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685800" rtl="0" eaLnBrk="1" latinLnBrk="0" hangingPunct="1">
              <a:lnSpc>
                <a:spcPct val="100000"/>
              </a:lnSpc>
              <a:spcBef>
                <a:spcPct val="0"/>
              </a:spcBef>
              <a:buNone/>
            </a:pPr>
            <a:r>
              <a:rPr lang="en-US" sz="5025" b="0" i="0" kern="1200">
                <a:ln w="9525">
                  <a:noFill/>
                </a:ln>
                <a:solidFill>
                  <a:schemeClr val="bg1"/>
                </a:solidFill>
                <a:latin typeface="Fira Sans Light" panose="020B04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5927" y="4377907"/>
            <a:ext cx="1831086" cy="567637"/>
          </a:xfrm>
          <a:prstGeom prst="rect">
            <a:avLst/>
          </a:prstGeom>
        </p:spPr>
      </p:pic>
      <p:sp>
        <p:nvSpPr>
          <p:cNvPr id="4" name="Text Placeholder 3">
            <a:extLst>
              <a:ext uri="{FF2B5EF4-FFF2-40B4-BE49-F238E27FC236}">
                <a16:creationId xmlns:a16="http://schemas.microsoft.com/office/drawing/2014/main" id="{40BB225F-CF54-A4BB-80AA-14CE6DB0D31F}"/>
              </a:ext>
            </a:extLst>
          </p:cNvPr>
          <p:cNvSpPr>
            <a:spLocks noGrp="1"/>
          </p:cNvSpPr>
          <p:nvPr>
            <p:ph type="body" sz="quarter" idx="10" hasCustomPrompt="1"/>
          </p:nvPr>
        </p:nvSpPr>
        <p:spPr>
          <a:xfrm>
            <a:off x="8051007" y="4699846"/>
            <a:ext cx="817960" cy="207169"/>
          </a:xfrm>
          <a:prstGeom prst="rect">
            <a:avLst/>
          </a:prstGeom>
        </p:spPr>
        <p:txBody>
          <a:bodyPr lIns="0" tIns="0" rIns="0" bIns="0"/>
          <a:lstStyle>
            <a:lvl1pPr marL="0" indent="0" algn="r">
              <a:buNone/>
              <a:defRPr sz="600">
                <a:solidFill>
                  <a:schemeClr val="bg1"/>
                </a:solidFill>
                <a:latin typeface="Fira Sans" panose="020B0503050000020004" pitchFamily="34" charset="0"/>
              </a:defRPr>
            </a:lvl1pPr>
          </a:lstStyle>
          <a:p>
            <a:pPr lvl="0"/>
            <a:r>
              <a:rPr lang="en-GB"/>
              <a:t>TSK number</a:t>
            </a:r>
            <a:endParaRPr lang="en-US"/>
          </a:p>
        </p:txBody>
      </p:sp>
    </p:spTree>
    <p:extLst>
      <p:ext uri="{BB962C8B-B14F-4D97-AF65-F5344CB8AC3E}">
        <p14:creationId xmlns:p14="http://schemas.microsoft.com/office/powerpoint/2010/main" val="1134087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6729412" y="0"/>
            <a:ext cx="2414588"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6919722" y="233172"/>
            <a:ext cx="1947672" cy="3438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171450" rtl="0" eaLnBrk="1" latinLnBrk="0" hangingPunct="1">
              <a:lnSpc>
                <a:spcPct val="110000"/>
              </a:lnSpc>
              <a:spcBef>
                <a:spcPts val="225"/>
              </a:spcBef>
              <a:spcAft>
                <a:spcPts val="225"/>
              </a:spcAft>
            </a:pPr>
            <a:r>
              <a:rPr lang="en-US" sz="1125" b="1" kern="1200">
                <a:solidFill>
                  <a:schemeClr val="tx1"/>
                </a:solidFill>
                <a:latin typeface="Fira Sans" panose="020B0503050000020004" pitchFamily="34" charset="0"/>
                <a:ea typeface="+mn-ea"/>
                <a:cs typeface="+mn-cs"/>
              </a:rPr>
              <a:t>Rackspace Technology</a:t>
            </a:r>
          </a:p>
          <a:p>
            <a:pPr marL="0" algn="l" defTabSz="171450" rtl="0" eaLnBrk="1" latinLnBrk="0" hangingPunct="1">
              <a:lnSpc>
                <a:spcPct val="110000"/>
              </a:lnSpc>
              <a:spcBef>
                <a:spcPts val="225"/>
              </a:spcBef>
              <a:spcAft>
                <a:spcPts val="225"/>
              </a:spcAft>
            </a:pPr>
            <a:r>
              <a:rPr lang="en-US" sz="1125" kern="1200">
                <a:solidFill>
                  <a:schemeClr val="tx1"/>
                </a:solidFill>
                <a:latin typeface="Fira Sans" panose="020B0503050000020004" pitchFamily="34" charset="0"/>
                <a:ea typeface="+mn-ea"/>
                <a:cs typeface="+mn-cs"/>
              </a:rPr>
              <a:t>8 Millington Road</a:t>
            </a:r>
            <a:br>
              <a:rPr lang="en-US" sz="1125" kern="1200">
                <a:solidFill>
                  <a:schemeClr val="tx1"/>
                </a:solidFill>
                <a:latin typeface="Fira Sans" panose="020B0503050000020004" pitchFamily="34" charset="0"/>
                <a:ea typeface="+mn-ea"/>
                <a:cs typeface="+mn-cs"/>
              </a:rPr>
            </a:br>
            <a:r>
              <a:rPr lang="en-US" sz="1125" kern="1200">
                <a:solidFill>
                  <a:schemeClr val="tx1"/>
                </a:solidFill>
                <a:latin typeface="Fira Sans" panose="020B0503050000020004" pitchFamily="34" charset="0"/>
                <a:ea typeface="+mn-ea"/>
                <a:cs typeface="+mn-cs"/>
              </a:rPr>
              <a:t>Hayes, Middlesex </a:t>
            </a:r>
            <a:br>
              <a:rPr lang="en-US" sz="1125" kern="1200">
                <a:solidFill>
                  <a:schemeClr val="tx1"/>
                </a:solidFill>
                <a:latin typeface="Fira Sans" panose="020B0503050000020004" pitchFamily="34" charset="0"/>
                <a:ea typeface="+mn-ea"/>
                <a:cs typeface="+mn-cs"/>
              </a:rPr>
            </a:br>
            <a:r>
              <a:rPr lang="en-US" sz="1125" kern="1200">
                <a:solidFill>
                  <a:schemeClr val="tx1"/>
                </a:solidFill>
                <a:latin typeface="Fira Sans" panose="020B0503050000020004" pitchFamily="34" charset="0"/>
                <a:ea typeface="+mn-ea"/>
                <a:cs typeface="+mn-cs"/>
              </a:rPr>
              <a:t>UB3 4AZ</a:t>
            </a:r>
          </a:p>
          <a:p>
            <a:pPr>
              <a:lnSpc>
                <a:spcPct val="110000"/>
              </a:lnSpc>
              <a:spcBef>
                <a:spcPts val="225"/>
              </a:spcBef>
              <a:spcAft>
                <a:spcPts val="225"/>
              </a:spcAft>
            </a:pPr>
            <a:r>
              <a:rPr lang="en-US" sz="1125">
                <a:solidFill>
                  <a:schemeClr val="tx1"/>
                </a:solidFill>
                <a:latin typeface="Fira Sans" panose="020B0503050000020004" pitchFamily="34" charset="0"/>
              </a:rPr>
              <a:t>U.K. sales: 020 8734 2600  </a:t>
            </a:r>
            <a:br>
              <a:rPr lang="en-US" sz="1125">
                <a:solidFill>
                  <a:schemeClr val="tx1"/>
                </a:solidFill>
                <a:latin typeface="Fira Sans" panose="020B0503050000020004" pitchFamily="34" charset="0"/>
              </a:rPr>
            </a:br>
            <a:r>
              <a:rPr lang="en-US" sz="1125">
                <a:solidFill>
                  <a:schemeClr val="tx1"/>
                </a:solidFill>
                <a:latin typeface="Fira Sans" panose="020B0503050000020004" pitchFamily="34" charset="0"/>
              </a:rPr>
              <a:t>U.K. support: 020 8734 2700   </a:t>
            </a:r>
          </a:p>
          <a:p>
            <a:pPr marL="0" algn="l" defTabSz="171450" rtl="0" eaLnBrk="1" latinLnBrk="0" hangingPunct="1">
              <a:lnSpc>
                <a:spcPct val="110000"/>
              </a:lnSpc>
              <a:spcBef>
                <a:spcPts val="225"/>
              </a:spcBef>
              <a:spcAft>
                <a:spcPts val="1350"/>
              </a:spcAft>
            </a:pPr>
            <a:r>
              <a:rPr lang="en-US" sz="1125" b="1" kern="1200" cap="none">
                <a:solidFill>
                  <a:schemeClr val="tx1"/>
                </a:solidFill>
                <a:latin typeface="Fira Sans" panose="020B0503050000020004" pitchFamily="34" charset="0"/>
                <a:ea typeface="+mn-ea"/>
                <a:cs typeface="+mn-cs"/>
              </a:rPr>
              <a:t>www.rackspace.co.uk</a:t>
            </a:r>
          </a:p>
          <a:p>
            <a:pPr marL="0" marR="0" lvl="0" indent="0" algn="l" defTabSz="171450" rtl="0" eaLnBrk="1" fontAlgn="auto" latinLnBrk="0" hangingPunct="1">
              <a:lnSpc>
                <a:spcPct val="110000"/>
              </a:lnSpc>
              <a:spcBef>
                <a:spcPts val="225"/>
              </a:spcBef>
              <a:spcAft>
                <a:spcPts val="225"/>
              </a:spcAft>
              <a:buClrTx/>
              <a:buSzTx/>
              <a:buFontTx/>
              <a:buNone/>
              <a:tabLst/>
              <a:defRPr sz="1400" b="1">
                <a:solidFill>
                  <a:srgbClr val="2E3238"/>
                </a:solidFill>
              </a:defRPr>
            </a:pP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45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45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45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525" cap="none" baseline="0">
              <a:solidFill>
                <a:schemeClr val="tx1"/>
              </a:solidFill>
              <a:latin typeface="Fira Sans" panose="020B0503050000020004" pitchFamily="34" charset="0"/>
            </a:endParaRPr>
          </a:p>
          <a:p>
            <a:pPr>
              <a:spcBef>
                <a:spcPts val="225"/>
              </a:spcBef>
              <a:spcAft>
                <a:spcPts val="225"/>
              </a:spcAft>
            </a:pPr>
            <a:endParaRPr lang="en-US" sz="338">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5927" y="4377907"/>
            <a:ext cx="1831086" cy="567637"/>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23243" y="105480"/>
            <a:ext cx="4270176" cy="773289"/>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685800" rtl="0" eaLnBrk="1" latinLnBrk="0" hangingPunct="1">
              <a:lnSpc>
                <a:spcPct val="100000"/>
              </a:lnSpc>
              <a:spcBef>
                <a:spcPct val="0"/>
              </a:spcBef>
              <a:buNone/>
            </a:pPr>
            <a:r>
              <a:rPr lang="en-US" sz="5025" b="0" i="0" kern="1200">
                <a:ln w="9525">
                  <a:noFill/>
                </a:ln>
                <a:solidFill>
                  <a:schemeClr val="bg1"/>
                </a:solidFill>
                <a:latin typeface="Fira Sans Light" panose="020B0403050000020004" pitchFamily="34" charset="0"/>
                <a:ea typeface="+mj-ea"/>
                <a:cs typeface="+mj-cs"/>
              </a:rPr>
              <a:t>Thank you</a:t>
            </a:r>
          </a:p>
        </p:txBody>
      </p:sp>
    </p:spTree>
    <p:extLst>
      <p:ext uri="{BB962C8B-B14F-4D97-AF65-F5344CB8AC3E}">
        <p14:creationId xmlns:p14="http://schemas.microsoft.com/office/powerpoint/2010/main" val="2784705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047954A-9825-7A10-C1E0-2C589652D428}"/>
              </a:ext>
            </a:extLst>
          </p:cNvPr>
          <p:cNvSpPr/>
          <p:nvPr userDrawn="1"/>
        </p:nvSpPr>
        <p:spPr>
          <a:xfrm>
            <a:off x="3125706" y="2246069"/>
            <a:ext cx="3007954" cy="619033"/>
          </a:xfrm>
          <a:custGeom>
            <a:avLst/>
            <a:gdLst>
              <a:gd name="connsiteX0" fmla="*/ 2101054 w 4010605"/>
              <a:gd name="connsiteY0" fmla="*/ 497433 h 825377"/>
              <a:gd name="connsiteX1" fmla="*/ 2054921 w 4010605"/>
              <a:gd name="connsiteY1" fmla="*/ 612765 h 825377"/>
              <a:gd name="connsiteX2" fmla="*/ 1870389 w 4010605"/>
              <a:gd name="connsiteY2" fmla="*/ 673941 h 825377"/>
              <a:gd name="connsiteX3" fmla="*/ 1723967 w 4010605"/>
              <a:gd name="connsiteY3" fmla="*/ 639843 h 825377"/>
              <a:gd name="connsiteX4" fmla="*/ 1745028 w 4010605"/>
              <a:gd name="connsiteY4" fmla="*/ 526517 h 825377"/>
              <a:gd name="connsiteX5" fmla="*/ 1884429 w 4010605"/>
              <a:gd name="connsiteY5" fmla="*/ 565629 h 825377"/>
              <a:gd name="connsiteX6" fmla="*/ 1945606 w 4010605"/>
              <a:gd name="connsiteY6" fmla="*/ 521502 h 825377"/>
              <a:gd name="connsiteX7" fmla="*/ 1883427 w 4010605"/>
              <a:gd name="connsiteY7" fmla="*/ 457317 h 825377"/>
              <a:gd name="connsiteX8" fmla="*/ 1778123 w 4010605"/>
              <a:gd name="connsiteY8" fmla="*/ 324936 h 825377"/>
              <a:gd name="connsiteX9" fmla="*/ 1998759 w 4010605"/>
              <a:gd name="connsiteY9" fmla="*/ 151436 h 825377"/>
              <a:gd name="connsiteX10" fmla="*/ 2139163 w 4010605"/>
              <a:gd name="connsiteY10" fmla="*/ 184532 h 825377"/>
              <a:gd name="connsiteX11" fmla="*/ 2119106 w 4010605"/>
              <a:gd name="connsiteY11" fmla="*/ 297858 h 825377"/>
              <a:gd name="connsiteX12" fmla="*/ 1992741 w 4010605"/>
              <a:gd name="connsiteY12" fmla="*/ 261754 h 825377"/>
              <a:gd name="connsiteX13" fmla="*/ 1928557 w 4010605"/>
              <a:gd name="connsiteY13" fmla="*/ 304878 h 825377"/>
              <a:gd name="connsiteX14" fmla="*/ 1988730 w 4010605"/>
              <a:gd name="connsiteY14" fmla="*/ 361040 h 825377"/>
              <a:gd name="connsiteX15" fmla="*/ 2101054 w 4010605"/>
              <a:gd name="connsiteY15" fmla="*/ 497433 h 825377"/>
              <a:gd name="connsiteX16" fmla="*/ 1184413 w 4010605"/>
              <a:gd name="connsiteY16" fmla="*/ 152439 h 825377"/>
              <a:gd name="connsiteX17" fmla="*/ 857471 w 4010605"/>
              <a:gd name="connsiteY17" fmla="*/ 469352 h 825377"/>
              <a:gd name="connsiteX18" fmla="*/ 1069080 w 4010605"/>
              <a:gd name="connsiteY18" fmla="*/ 674944 h 825377"/>
              <a:gd name="connsiteX19" fmla="*/ 1211491 w 4010605"/>
              <a:gd name="connsiteY19" fmla="*/ 647866 h 825377"/>
              <a:gd name="connsiteX20" fmla="*/ 1234557 w 4010605"/>
              <a:gd name="connsiteY20" fmla="*/ 523508 h 825377"/>
              <a:gd name="connsiteX21" fmla="*/ 1110199 w 4010605"/>
              <a:gd name="connsiteY21" fmla="*/ 555600 h 825377"/>
              <a:gd name="connsiteX22" fmla="*/ 1012918 w 4010605"/>
              <a:gd name="connsiteY22" fmla="*/ 453306 h 825377"/>
              <a:gd name="connsiteX23" fmla="*/ 1181404 w 4010605"/>
              <a:gd name="connsiteY23" fmla="*/ 271783 h 825377"/>
              <a:gd name="connsiteX24" fmla="*/ 1263641 w 4010605"/>
              <a:gd name="connsiteY24" fmla="*/ 290838 h 825377"/>
              <a:gd name="connsiteX25" fmla="*/ 1286707 w 4010605"/>
              <a:gd name="connsiteY25" fmla="*/ 169488 h 825377"/>
              <a:gd name="connsiteX26" fmla="*/ 1184413 w 4010605"/>
              <a:gd name="connsiteY26" fmla="*/ 152439 h 825377"/>
              <a:gd name="connsiteX27" fmla="*/ 1184413 w 4010605"/>
              <a:gd name="connsiteY27" fmla="*/ 152439 h 825377"/>
              <a:gd name="connsiteX28" fmla="*/ 3797943 w 4010605"/>
              <a:gd name="connsiteY28" fmla="*/ 558609 h 825377"/>
              <a:gd name="connsiteX29" fmla="*/ 3972445 w 4010605"/>
              <a:gd name="connsiteY29" fmla="*/ 509467 h 825377"/>
              <a:gd name="connsiteX30" fmla="*/ 3948376 w 4010605"/>
              <a:gd name="connsiteY30" fmla="*/ 634829 h 825377"/>
              <a:gd name="connsiteX31" fmla="*/ 3761839 w 4010605"/>
              <a:gd name="connsiteY31" fmla="*/ 674944 h 825377"/>
              <a:gd name="connsiteX32" fmla="*/ 3544212 w 4010605"/>
              <a:gd name="connsiteY32" fmla="*/ 463335 h 825377"/>
              <a:gd name="connsiteX33" fmla="*/ 3622437 w 4010605"/>
              <a:gd name="connsiteY33" fmla="*/ 250722 h 825377"/>
              <a:gd name="connsiteX34" fmla="*/ 3836052 w 4010605"/>
              <a:gd name="connsiteY34" fmla="*/ 152439 h 825377"/>
              <a:gd name="connsiteX35" fmla="*/ 4010555 w 4010605"/>
              <a:gd name="connsiteY35" fmla="*/ 303875 h 825377"/>
              <a:gd name="connsiteX36" fmla="*/ 3970440 w 4010605"/>
              <a:gd name="connsiteY36" fmla="*/ 406170 h 825377"/>
              <a:gd name="connsiteX37" fmla="*/ 3684616 w 4010605"/>
              <a:gd name="connsiteY37" fmla="*/ 460326 h 825377"/>
              <a:gd name="connsiteX38" fmla="*/ 3797943 w 4010605"/>
              <a:gd name="connsiteY38" fmla="*/ 558609 h 825377"/>
              <a:gd name="connsiteX39" fmla="*/ 3797943 w 4010605"/>
              <a:gd name="connsiteY39" fmla="*/ 558609 h 825377"/>
              <a:gd name="connsiteX40" fmla="*/ 3701665 w 4010605"/>
              <a:gd name="connsiteY40" fmla="*/ 362043 h 825377"/>
              <a:gd name="connsiteX41" fmla="*/ 3859119 w 4010605"/>
              <a:gd name="connsiteY41" fmla="*/ 332959 h 825377"/>
              <a:gd name="connsiteX42" fmla="*/ 3818001 w 4010605"/>
              <a:gd name="connsiteY42" fmla="*/ 260751 h 825377"/>
              <a:gd name="connsiteX43" fmla="*/ 3701665 w 4010605"/>
              <a:gd name="connsiteY43" fmla="*/ 362043 h 825377"/>
              <a:gd name="connsiteX44" fmla="*/ 3469998 w 4010605"/>
              <a:gd name="connsiteY44" fmla="*/ 152439 h 825377"/>
              <a:gd name="connsiteX45" fmla="*/ 3143056 w 4010605"/>
              <a:gd name="connsiteY45" fmla="*/ 469352 h 825377"/>
              <a:gd name="connsiteX46" fmla="*/ 3354666 w 4010605"/>
              <a:gd name="connsiteY46" fmla="*/ 674944 h 825377"/>
              <a:gd name="connsiteX47" fmla="*/ 3497076 w 4010605"/>
              <a:gd name="connsiteY47" fmla="*/ 647866 h 825377"/>
              <a:gd name="connsiteX48" fmla="*/ 3520142 w 4010605"/>
              <a:gd name="connsiteY48" fmla="*/ 523508 h 825377"/>
              <a:gd name="connsiteX49" fmla="*/ 3395784 w 4010605"/>
              <a:gd name="connsiteY49" fmla="*/ 555600 h 825377"/>
              <a:gd name="connsiteX50" fmla="*/ 3298504 w 4010605"/>
              <a:gd name="connsiteY50" fmla="*/ 453306 h 825377"/>
              <a:gd name="connsiteX51" fmla="*/ 3466989 w 4010605"/>
              <a:gd name="connsiteY51" fmla="*/ 271783 h 825377"/>
              <a:gd name="connsiteX52" fmla="*/ 3549226 w 4010605"/>
              <a:gd name="connsiteY52" fmla="*/ 290838 h 825377"/>
              <a:gd name="connsiteX53" fmla="*/ 3572293 w 4010605"/>
              <a:gd name="connsiteY53" fmla="*/ 169488 h 825377"/>
              <a:gd name="connsiteX54" fmla="*/ 3469998 w 4010605"/>
              <a:gd name="connsiteY54" fmla="*/ 152439 h 825377"/>
              <a:gd name="connsiteX55" fmla="*/ 3117984 w 4010605"/>
              <a:gd name="connsiteY55" fmla="*/ 383104 h 825377"/>
              <a:gd name="connsiteX56" fmla="*/ 3064830 w 4010605"/>
              <a:gd name="connsiteY56" fmla="*/ 663912 h 825377"/>
              <a:gd name="connsiteX57" fmla="*/ 2922420 w 4010605"/>
              <a:gd name="connsiteY57" fmla="*/ 663912 h 825377"/>
              <a:gd name="connsiteX58" fmla="*/ 2940472 w 4010605"/>
              <a:gd name="connsiteY58" fmla="*/ 567635 h 825377"/>
              <a:gd name="connsiteX59" fmla="*/ 2791041 w 4010605"/>
              <a:gd name="connsiteY59" fmla="*/ 675947 h 825377"/>
              <a:gd name="connsiteX60" fmla="*/ 2647628 w 4010605"/>
              <a:gd name="connsiteY60" fmla="*/ 500441 h 825377"/>
              <a:gd name="connsiteX61" fmla="*/ 2751929 w 4010605"/>
              <a:gd name="connsiteY61" fmla="*/ 236682 h 825377"/>
              <a:gd name="connsiteX62" fmla="*/ 2957521 w 4010605"/>
              <a:gd name="connsiteY62" fmla="*/ 152439 h 825377"/>
              <a:gd name="connsiteX63" fmla="*/ 3090906 w 4010605"/>
              <a:gd name="connsiteY63" fmla="*/ 203586 h 825377"/>
              <a:gd name="connsiteX64" fmla="*/ 3117984 w 4010605"/>
              <a:gd name="connsiteY64" fmla="*/ 383104 h 825377"/>
              <a:gd name="connsiteX65" fmla="*/ 2981590 w 4010605"/>
              <a:gd name="connsiteY65" fmla="*/ 318919 h 825377"/>
              <a:gd name="connsiteX66" fmla="*/ 2928437 w 4010605"/>
              <a:gd name="connsiteY66" fmla="*/ 264763 h 825377"/>
              <a:gd name="connsiteX67" fmla="*/ 2798062 w 4010605"/>
              <a:gd name="connsiteY67" fmla="*/ 469352 h 825377"/>
              <a:gd name="connsiteX68" fmla="*/ 2851215 w 4010605"/>
              <a:gd name="connsiteY68" fmla="*/ 554597 h 825377"/>
              <a:gd name="connsiteX69" fmla="*/ 2967550 w 4010605"/>
              <a:gd name="connsiteY69" fmla="*/ 415196 h 825377"/>
              <a:gd name="connsiteX70" fmla="*/ 2981590 w 4010605"/>
              <a:gd name="connsiteY70" fmla="*/ 318919 h 825377"/>
              <a:gd name="connsiteX71" fmla="*/ 2981590 w 4010605"/>
              <a:gd name="connsiteY71" fmla="*/ 318919 h 825377"/>
              <a:gd name="connsiteX72" fmla="*/ 832398 w 4010605"/>
              <a:gd name="connsiteY72" fmla="*/ 383104 h 825377"/>
              <a:gd name="connsiteX73" fmla="*/ 779245 w 4010605"/>
              <a:gd name="connsiteY73" fmla="*/ 663912 h 825377"/>
              <a:gd name="connsiteX74" fmla="*/ 636835 w 4010605"/>
              <a:gd name="connsiteY74" fmla="*/ 663912 h 825377"/>
              <a:gd name="connsiteX75" fmla="*/ 654887 w 4010605"/>
              <a:gd name="connsiteY75" fmla="*/ 567635 h 825377"/>
              <a:gd name="connsiteX76" fmla="*/ 505456 w 4010605"/>
              <a:gd name="connsiteY76" fmla="*/ 675947 h 825377"/>
              <a:gd name="connsiteX77" fmla="*/ 362043 w 4010605"/>
              <a:gd name="connsiteY77" fmla="*/ 500441 h 825377"/>
              <a:gd name="connsiteX78" fmla="*/ 466344 w 4010605"/>
              <a:gd name="connsiteY78" fmla="*/ 236682 h 825377"/>
              <a:gd name="connsiteX79" fmla="*/ 671936 w 4010605"/>
              <a:gd name="connsiteY79" fmla="*/ 152439 h 825377"/>
              <a:gd name="connsiteX80" fmla="*/ 805320 w 4010605"/>
              <a:gd name="connsiteY80" fmla="*/ 203586 h 825377"/>
              <a:gd name="connsiteX81" fmla="*/ 832398 w 4010605"/>
              <a:gd name="connsiteY81" fmla="*/ 383104 h 825377"/>
              <a:gd name="connsiteX82" fmla="*/ 696005 w 4010605"/>
              <a:gd name="connsiteY82" fmla="*/ 318919 h 825377"/>
              <a:gd name="connsiteX83" fmla="*/ 642852 w 4010605"/>
              <a:gd name="connsiteY83" fmla="*/ 264763 h 825377"/>
              <a:gd name="connsiteX84" fmla="*/ 512477 w 4010605"/>
              <a:gd name="connsiteY84" fmla="*/ 469352 h 825377"/>
              <a:gd name="connsiteX85" fmla="*/ 565630 w 4010605"/>
              <a:gd name="connsiteY85" fmla="*/ 554597 h 825377"/>
              <a:gd name="connsiteX86" fmla="*/ 681965 w 4010605"/>
              <a:gd name="connsiteY86" fmla="*/ 415196 h 825377"/>
              <a:gd name="connsiteX87" fmla="*/ 696005 w 4010605"/>
              <a:gd name="connsiteY87" fmla="*/ 318919 h 825377"/>
              <a:gd name="connsiteX88" fmla="*/ 2637600 w 4010605"/>
              <a:gd name="connsiteY88" fmla="*/ 342988 h 825377"/>
              <a:gd name="connsiteX89" fmla="*/ 2473126 w 4010605"/>
              <a:gd name="connsiteY89" fmla="*/ 645860 h 825377"/>
              <a:gd name="connsiteX90" fmla="*/ 2364814 w 4010605"/>
              <a:gd name="connsiteY90" fmla="*/ 675947 h 825377"/>
              <a:gd name="connsiteX91" fmla="*/ 2265527 w 4010605"/>
              <a:gd name="connsiteY91" fmla="*/ 625803 h 825377"/>
              <a:gd name="connsiteX92" fmla="*/ 2227418 w 4010605"/>
              <a:gd name="connsiteY92" fmla="*/ 825377 h 825377"/>
              <a:gd name="connsiteX93" fmla="*/ 2078990 w 4010605"/>
              <a:gd name="connsiteY93" fmla="*/ 825377 h 825377"/>
              <a:gd name="connsiteX94" fmla="*/ 2205354 w 4010605"/>
              <a:gd name="connsiteY94" fmla="*/ 161465 h 825377"/>
              <a:gd name="connsiteX95" fmla="*/ 2336733 w 4010605"/>
              <a:gd name="connsiteY95" fmla="*/ 161465 h 825377"/>
              <a:gd name="connsiteX96" fmla="*/ 2321689 w 4010605"/>
              <a:gd name="connsiteY96" fmla="*/ 241696 h 825377"/>
              <a:gd name="connsiteX97" fmla="*/ 2475131 w 4010605"/>
              <a:gd name="connsiteY97" fmla="*/ 151436 h 825377"/>
              <a:gd name="connsiteX98" fmla="*/ 2637600 w 4010605"/>
              <a:gd name="connsiteY98" fmla="*/ 342988 h 825377"/>
              <a:gd name="connsiteX99" fmla="*/ 2637600 w 4010605"/>
              <a:gd name="connsiteY99" fmla="*/ 342988 h 825377"/>
              <a:gd name="connsiteX100" fmla="*/ 2483155 w 4010605"/>
              <a:gd name="connsiteY100" fmla="*/ 354020 h 825377"/>
              <a:gd name="connsiteX101" fmla="*/ 2422981 w 4010605"/>
              <a:gd name="connsiteY101" fmla="*/ 272786 h 825377"/>
              <a:gd name="connsiteX102" fmla="*/ 2302634 w 4010605"/>
              <a:gd name="connsiteY102" fmla="*/ 431242 h 825377"/>
              <a:gd name="connsiteX103" fmla="*/ 2347765 w 4010605"/>
              <a:gd name="connsiteY103" fmla="*/ 562621 h 825377"/>
              <a:gd name="connsiteX104" fmla="*/ 2483155 w 4010605"/>
              <a:gd name="connsiteY104" fmla="*/ 354020 h 825377"/>
              <a:gd name="connsiteX105" fmla="*/ 2483155 w 4010605"/>
              <a:gd name="connsiteY105" fmla="*/ 354020 h 825377"/>
              <a:gd name="connsiteX106" fmla="*/ 207598 w 4010605"/>
              <a:gd name="connsiteY106" fmla="*/ 272786 h 825377"/>
              <a:gd name="connsiteX107" fmla="*/ 228659 w 4010605"/>
              <a:gd name="connsiteY107" fmla="*/ 161465 h 825377"/>
              <a:gd name="connsiteX108" fmla="*/ 97280 w 4010605"/>
              <a:gd name="connsiteY108" fmla="*/ 161465 h 825377"/>
              <a:gd name="connsiteX109" fmla="*/ 0 w 4010605"/>
              <a:gd name="connsiteY109" fmla="*/ 672938 h 825377"/>
              <a:gd name="connsiteX110" fmla="*/ 148428 w 4010605"/>
              <a:gd name="connsiteY110" fmla="*/ 672938 h 825377"/>
              <a:gd name="connsiteX111" fmla="*/ 188543 w 4010605"/>
              <a:gd name="connsiteY111" fmla="*/ 461329 h 825377"/>
              <a:gd name="connsiteX112" fmla="*/ 385110 w 4010605"/>
              <a:gd name="connsiteY112" fmla="*/ 301870 h 825377"/>
              <a:gd name="connsiteX113" fmla="*/ 414193 w 4010605"/>
              <a:gd name="connsiteY113" fmla="*/ 149430 h 825377"/>
              <a:gd name="connsiteX114" fmla="*/ 207598 w 4010605"/>
              <a:gd name="connsiteY114" fmla="*/ 272786 h 825377"/>
              <a:gd name="connsiteX115" fmla="*/ 1400034 w 4010605"/>
              <a:gd name="connsiteY115" fmla="*/ 663912 h 825377"/>
              <a:gd name="connsiteX116" fmla="*/ 1451181 w 4010605"/>
              <a:gd name="connsiteY116" fmla="*/ 394135 h 825377"/>
              <a:gd name="connsiteX117" fmla="*/ 1556485 w 4010605"/>
              <a:gd name="connsiteY117" fmla="*/ 663912 h 825377"/>
              <a:gd name="connsiteX118" fmla="*/ 1716947 w 4010605"/>
              <a:gd name="connsiteY118" fmla="*/ 663912 h 825377"/>
              <a:gd name="connsiteX119" fmla="*/ 1607632 w 4010605"/>
              <a:gd name="connsiteY119" fmla="*/ 392130 h 825377"/>
              <a:gd name="connsiteX120" fmla="*/ 1806204 w 4010605"/>
              <a:gd name="connsiteY120" fmla="*/ 160462 h 825377"/>
              <a:gd name="connsiteX121" fmla="*/ 1643736 w 4010605"/>
              <a:gd name="connsiteY121" fmla="*/ 160462 h 825377"/>
              <a:gd name="connsiteX122" fmla="*/ 1452184 w 4010605"/>
              <a:gd name="connsiteY122" fmla="*/ 390124 h 825377"/>
              <a:gd name="connsiteX123" fmla="*/ 1526398 w 4010605"/>
              <a:gd name="connsiteY123" fmla="*/ 0 h 825377"/>
              <a:gd name="connsiteX124" fmla="*/ 1378973 w 4010605"/>
              <a:gd name="connsiteY124" fmla="*/ 0 h 825377"/>
              <a:gd name="connsiteX125" fmla="*/ 1252609 w 4010605"/>
              <a:gd name="connsiteY125" fmla="*/ 663912 h 825377"/>
              <a:gd name="connsiteX126" fmla="*/ 1400034 w 4010605"/>
              <a:gd name="connsiteY126" fmla="*/ 663912 h 825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010605" h="825377">
                <a:moveTo>
                  <a:pt x="2101054" y="497433"/>
                </a:moveTo>
                <a:cubicBezTo>
                  <a:pt x="2102057" y="540557"/>
                  <a:pt x="2086010" y="582678"/>
                  <a:pt x="2054921" y="612765"/>
                </a:cubicBezTo>
                <a:cubicBezTo>
                  <a:pt x="2014805" y="652881"/>
                  <a:pt x="1948614" y="674944"/>
                  <a:pt x="1870389" y="673941"/>
                </a:cubicBezTo>
                <a:cubicBezTo>
                  <a:pt x="1814227" y="672938"/>
                  <a:pt x="1757062" y="658898"/>
                  <a:pt x="1723967" y="639843"/>
                </a:cubicBezTo>
                <a:lnTo>
                  <a:pt x="1745028" y="526517"/>
                </a:lnTo>
                <a:cubicBezTo>
                  <a:pt x="1788152" y="549583"/>
                  <a:pt x="1835288" y="563623"/>
                  <a:pt x="1884429" y="565629"/>
                </a:cubicBezTo>
                <a:cubicBezTo>
                  <a:pt x="1921536" y="565629"/>
                  <a:pt x="1945606" y="548580"/>
                  <a:pt x="1945606" y="521502"/>
                </a:cubicBezTo>
                <a:cubicBezTo>
                  <a:pt x="1945606" y="496430"/>
                  <a:pt x="1928557" y="479381"/>
                  <a:pt x="1883427" y="457317"/>
                </a:cubicBezTo>
                <a:cubicBezTo>
                  <a:pt x="1813224" y="422216"/>
                  <a:pt x="1778123" y="377086"/>
                  <a:pt x="1778123" y="324936"/>
                </a:cubicBezTo>
                <a:cubicBezTo>
                  <a:pt x="1778123" y="221638"/>
                  <a:pt x="1866377" y="151436"/>
                  <a:pt x="1998759" y="151436"/>
                </a:cubicBezTo>
                <a:cubicBezTo>
                  <a:pt x="2068961" y="151436"/>
                  <a:pt x="2114091" y="167482"/>
                  <a:pt x="2139163" y="184532"/>
                </a:cubicBezTo>
                <a:lnTo>
                  <a:pt x="2119106" y="297858"/>
                </a:lnTo>
                <a:cubicBezTo>
                  <a:pt x="2099048" y="282815"/>
                  <a:pt x="2047900" y="261754"/>
                  <a:pt x="1992741" y="261754"/>
                </a:cubicBezTo>
                <a:cubicBezTo>
                  <a:pt x="1954632" y="261754"/>
                  <a:pt x="1928557" y="277800"/>
                  <a:pt x="1928557" y="304878"/>
                </a:cubicBezTo>
                <a:cubicBezTo>
                  <a:pt x="1928557" y="323933"/>
                  <a:pt x="1947611" y="341985"/>
                  <a:pt x="1988730" y="361040"/>
                </a:cubicBezTo>
                <a:cubicBezTo>
                  <a:pt x="2041883" y="388118"/>
                  <a:pt x="2101054" y="427231"/>
                  <a:pt x="2101054" y="497433"/>
                </a:cubicBezTo>
                <a:close/>
                <a:moveTo>
                  <a:pt x="1184413" y="152439"/>
                </a:moveTo>
                <a:cubicBezTo>
                  <a:pt x="997875" y="152439"/>
                  <a:pt x="857471" y="288832"/>
                  <a:pt x="857471" y="469352"/>
                </a:cubicBezTo>
                <a:cubicBezTo>
                  <a:pt x="857471" y="593710"/>
                  <a:pt x="940710" y="674944"/>
                  <a:pt x="1069080" y="674944"/>
                </a:cubicBezTo>
                <a:cubicBezTo>
                  <a:pt x="1124239" y="674944"/>
                  <a:pt x="1177392" y="664915"/>
                  <a:pt x="1211491" y="647866"/>
                </a:cubicBezTo>
                <a:lnTo>
                  <a:pt x="1234557" y="523508"/>
                </a:lnTo>
                <a:cubicBezTo>
                  <a:pt x="1196447" y="544569"/>
                  <a:pt x="1153323" y="555600"/>
                  <a:pt x="1110199" y="555600"/>
                </a:cubicBezTo>
                <a:cubicBezTo>
                  <a:pt x="1063063" y="555600"/>
                  <a:pt x="1012918" y="528522"/>
                  <a:pt x="1012918" y="453306"/>
                </a:cubicBezTo>
                <a:cubicBezTo>
                  <a:pt x="1012918" y="364049"/>
                  <a:pt x="1076101" y="271783"/>
                  <a:pt x="1181404" y="271783"/>
                </a:cubicBezTo>
                <a:cubicBezTo>
                  <a:pt x="1210488" y="270780"/>
                  <a:pt x="1238569" y="277800"/>
                  <a:pt x="1263641" y="290838"/>
                </a:cubicBezTo>
                <a:lnTo>
                  <a:pt x="1286707" y="169488"/>
                </a:lnTo>
                <a:cubicBezTo>
                  <a:pt x="1254615" y="158456"/>
                  <a:pt x="1219514" y="152439"/>
                  <a:pt x="1184413" y="152439"/>
                </a:cubicBezTo>
                <a:lnTo>
                  <a:pt x="1184413" y="152439"/>
                </a:lnTo>
                <a:close/>
                <a:moveTo>
                  <a:pt x="3797943" y="558609"/>
                </a:moveTo>
                <a:cubicBezTo>
                  <a:pt x="3860122" y="558609"/>
                  <a:pt x="3920295" y="541560"/>
                  <a:pt x="3972445" y="509467"/>
                </a:cubicBezTo>
                <a:lnTo>
                  <a:pt x="3948376" y="634829"/>
                </a:lnTo>
                <a:cubicBezTo>
                  <a:pt x="3877171" y="670933"/>
                  <a:pt x="3793931" y="674944"/>
                  <a:pt x="3761839" y="674944"/>
                </a:cubicBezTo>
                <a:cubicBezTo>
                  <a:pt x="3623440" y="674944"/>
                  <a:pt x="3544212" y="597722"/>
                  <a:pt x="3544212" y="463335"/>
                </a:cubicBezTo>
                <a:cubicBezTo>
                  <a:pt x="3544212" y="385109"/>
                  <a:pt x="3572293" y="309893"/>
                  <a:pt x="3622437" y="250722"/>
                </a:cubicBezTo>
                <a:cubicBezTo>
                  <a:pt x="3675590" y="187540"/>
                  <a:pt x="3753815" y="151436"/>
                  <a:pt x="3836052" y="152439"/>
                </a:cubicBezTo>
                <a:cubicBezTo>
                  <a:pt x="3940353" y="152439"/>
                  <a:pt x="4010555" y="213615"/>
                  <a:pt x="4010555" y="303875"/>
                </a:cubicBezTo>
                <a:cubicBezTo>
                  <a:pt x="4011558" y="341985"/>
                  <a:pt x="3997518" y="379092"/>
                  <a:pt x="3970440" y="406170"/>
                </a:cubicBezTo>
                <a:cubicBezTo>
                  <a:pt x="3920295" y="455311"/>
                  <a:pt x="3796940" y="482390"/>
                  <a:pt x="3684616" y="460326"/>
                </a:cubicBezTo>
                <a:cubicBezTo>
                  <a:pt x="3680605" y="521502"/>
                  <a:pt x="3727741" y="558609"/>
                  <a:pt x="3797943" y="558609"/>
                </a:cubicBezTo>
                <a:lnTo>
                  <a:pt x="3797943" y="558609"/>
                </a:lnTo>
                <a:close/>
                <a:moveTo>
                  <a:pt x="3701665" y="362043"/>
                </a:moveTo>
                <a:cubicBezTo>
                  <a:pt x="3788917" y="363046"/>
                  <a:pt x="3838058" y="354020"/>
                  <a:pt x="3859119" y="332959"/>
                </a:cubicBezTo>
                <a:cubicBezTo>
                  <a:pt x="3882185" y="309893"/>
                  <a:pt x="3875165" y="260751"/>
                  <a:pt x="3818001" y="260751"/>
                </a:cubicBezTo>
                <a:cubicBezTo>
                  <a:pt x="3753815" y="260751"/>
                  <a:pt x="3713700" y="312901"/>
                  <a:pt x="3701665" y="362043"/>
                </a:cubicBezTo>
                <a:close/>
                <a:moveTo>
                  <a:pt x="3469998" y="152439"/>
                </a:moveTo>
                <a:cubicBezTo>
                  <a:pt x="3283460" y="152439"/>
                  <a:pt x="3143056" y="288832"/>
                  <a:pt x="3143056" y="469352"/>
                </a:cubicBezTo>
                <a:cubicBezTo>
                  <a:pt x="3143056" y="593710"/>
                  <a:pt x="3226296" y="674944"/>
                  <a:pt x="3354666" y="674944"/>
                </a:cubicBezTo>
                <a:cubicBezTo>
                  <a:pt x="3409824" y="674944"/>
                  <a:pt x="3462977" y="664915"/>
                  <a:pt x="3497076" y="647866"/>
                </a:cubicBezTo>
                <a:lnTo>
                  <a:pt x="3520142" y="523508"/>
                </a:lnTo>
                <a:cubicBezTo>
                  <a:pt x="3482033" y="544569"/>
                  <a:pt x="3438908" y="555600"/>
                  <a:pt x="3395784" y="555600"/>
                </a:cubicBezTo>
                <a:cubicBezTo>
                  <a:pt x="3348648" y="555600"/>
                  <a:pt x="3298504" y="528522"/>
                  <a:pt x="3298504" y="453306"/>
                </a:cubicBezTo>
                <a:cubicBezTo>
                  <a:pt x="3298504" y="364049"/>
                  <a:pt x="3361686" y="271783"/>
                  <a:pt x="3466989" y="271783"/>
                </a:cubicBezTo>
                <a:cubicBezTo>
                  <a:pt x="3496073" y="270780"/>
                  <a:pt x="3524154" y="277800"/>
                  <a:pt x="3549226" y="290838"/>
                </a:cubicBezTo>
                <a:lnTo>
                  <a:pt x="3572293" y="169488"/>
                </a:lnTo>
                <a:cubicBezTo>
                  <a:pt x="3540200" y="158456"/>
                  <a:pt x="3505099" y="152439"/>
                  <a:pt x="3469998" y="152439"/>
                </a:cubicBezTo>
                <a:close/>
                <a:moveTo>
                  <a:pt x="3117984" y="383104"/>
                </a:moveTo>
                <a:lnTo>
                  <a:pt x="3064830" y="663912"/>
                </a:lnTo>
                <a:lnTo>
                  <a:pt x="2922420" y="663912"/>
                </a:lnTo>
                <a:lnTo>
                  <a:pt x="2940472" y="567635"/>
                </a:lnTo>
                <a:cubicBezTo>
                  <a:pt x="2920414" y="627808"/>
                  <a:pt x="2872276" y="675947"/>
                  <a:pt x="2791041" y="675947"/>
                </a:cubicBezTo>
                <a:cubicBezTo>
                  <a:pt x="2691755" y="675947"/>
                  <a:pt x="2647628" y="588696"/>
                  <a:pt x="2647628" y="500441"/>
                </a:cubicBezTo>
                <a:cubicBezTo>
                  <a:pt x="2647628" y="401155"/>
                  <a:pt x="2686741" y="301870"/>
                  <a:pt x="2751929" y="236682"/>
                </a:cubicBezTo>
                <a:cubicBezTo>
                  <a:pt x="2806085" y="181523"/>
                  <a:pt x="2880299" y="151436"/>
                  <a:pt x="2957521" y="152439"/>
                </a:cubicBezTo>
                <a:cubicBezTo>
                  <a:pt x="3017695" y="152439"/>
                  <a:pt x="3062825" y="170491"/>
                  <a:pt x="3090906" y="203586"/>
                </a:cubicBezTo>
                <a:cubicBezTo>
                  <a:pt x="3132024" y="253731"/>
                  <a:pt x="3129015" y="328947"/>
                  <a:pt x="3117984" y="383104"/>
                </a:cubicBezTo>
                <a:close/>
                <a:moveTo>
                  <a:pt x="2981590" y="318919"/>
                </a:moveTo>
                <a:cubicBezTo>
                  <a:pt x="2979585" y="283818"/>
                  <a:pt x="2961533" y="264763"/>
                  <a:pt x="2928437" y="264763"/>
                </a:cubicBezTo>
                <a:cubicBezTo>
                  <a:pt x="2858235" y="264763"/>
                  <a:pt x="2798062" y="385109"/>
                  <a:pt x="2798062" y="469352"/>
                </a:cubicBezTo>
                <a:cubicBezTo>
                  <a:pt x="2798062" y="521502"/>
                  <a:pt x="2817117" y="554597"/>
                  <a:pt x="2851215" y="554597"/>
                </a:cubicBezTo>
                <a:cubicBezTo>
                  <a:pt x="2905371" y="554597"/>
                  <a:pt x="2951504" y="498436"/>
                  <a:pt x="2967550" y="415196"/>
                </a:cubicBezTo>
                <a:cubicBezTo>
                  <a:pt x="2973567" y="387115"/>
                  <a:pt x="2982593" y="340982"/>
                  <a:pt x="2981590" y="318919"/>
                </a:cubicBezTo>
                <a:lnTo>
                  <a:pt x="2981590" y="318919"/>
                </a:lnTo>
                <a:close/>
                <a:moveTo>
                  <a:pt x="832398" y="383104"/>
                </a:moveTo>
                <a:lnTo>
                  <a:pt x="779245" y="663912"/>
                </a:lnTo>
                <a:lnTo>
                  <a:pt x="636835" y="663912"/>
                </a:lnTo>
                <a:lnTo>
                  <a:pt x="654887" y="567635"/>
                </a:lnTo>
                <a:cubicBezTo>
                  <a:pt x="634829" y="627808"/>
                  <a:pt x="586690" y="675947"/>
                  <a:pt x="505456" y="675947"/>
                </a:cubicBezTo>
                <a:cubicBezTo>
                  <a:pt x="406170" y="675947"/>
                  <a:pt x="362043" y="588696"/>
                  <a:pt x="362043" y="500441"/>
                </a:cubicBezTo>
                <a:cubicBezTo>
                  <a:pt x="362043" y="401155"/>
                  <a:pt x="401156" y="301870"/>
                  <a:pt x="466344" y="236682"/>
                </a:cubicBezTo>
                <a:cubicBezTo>
                  <a:pt x="520500" y="181523"/>
                  <a:pt x="594713" y="151436"/>
                  <a:pt x="671936" y="152439"/>
                </a:cubicBezTo>
                <a:cubicBezTo>
                  <a:pt x="732109" y="152439"/>
                  <a:pt x="777239" y="170491"/>
                  <a:pt x="805320" y="203586"/>
                </a:cubicBezTo>
                <a:cubicBezTo>
                  <a:pt x="846439" y="253731"/>
                  <a:pt x="843430" y="328947"/>
                  <a:pt x="832398" y="383104"/>
                </a:cubicBezTo>
                <a:close/>
                <a:moveTo>
                  <a:pt x="696005" y="318919"/>
                </a:moveTo>
                <a:cubicBezTo>
                  <a:pt x="694000" y="283818"/>
                  <a:pt x="675948" y="264763"/>
                  <a:pt x="642852" y="264763"/>
                </a:cubicBezTo>
                <a:cubicBezTo>
                  <a:pt x="572650" y="264763"/>
                  <a:pt x="512477" y="385109"/>
                  <a:pt x="512477" y="469352"/>
                </a:cubicBezTo>
                <a:cubicBezTo>
                  <a:pt x="512477" y="521502"/>
                  <a:pt x="531531" y="554597"/>
                  <a:pt x="565630" y="554597"/>
                </a:cubicBezTo>
                <a:cubicBezTo>
                  <a:pt x="619786" y="554597"/>
                  <a:pt x="665919" y="498436"/>
                  <a:pt x="681965" y="415196"/>
                </a:cubicBezTo>
                <a:cubicBezTo>
                  <a:pt x="687982" y="387115"/>
                  <a:pt x="697008" y="340982"/>
                  <a:pt x="696005" y="318919"/>
                </a:cubicBezTo>
                <a:close/>
                <a:moveTo>
                  <a:pt x="2637600" y="342988"/>
                </a:moveTo>
                <a:cubicBezTo>
                  <a:pt x="2637600" y="465340"/>
                  <a:pt x="2579432" y="589699"/>
                  <a:pt x="2473126" y="645860"/>
                </a:cubicBezTo>
                <a:cubicBezTo>
                  <a:pt x="2440030" y="663912"/>
                  <a:pt x="2402923" y="674944"/>
                  <a:pt x="2364814" y="675947"/>
                </a:cubicBezTo>
                <a:cubicBezTo>
                  <a:pt x="2311660" y="675947"/>
                  <a:pt x="2282577" y="655889"/>
                  <a:pt x="2265527" y="625803"/>
                </a:cubicBezTo>
                <a:lnTo>
                  <a:pt x="2227418" y="825377"/>
                </a:lnTo>
                <a:lnTo>
                  <a:pt x="2078990" y="825377"/>
                </a:lnTo>
                <a:lnTo>
                  <a:pt x="2205354" y="161465"/>
                </a:lnTo>
                <a:lnTo>
                  <a:pt x="2336733" y="161465"/>
                </a:lnTo>
                <a:lnTo>
                  <a:pt x="2321689" y="241696"/>
                </a:lnTo>
                <a:cubicBezTo>
                  <a:pt x="2358796" y="187540"/>
                  <a:pt x="2413955" y="151436"/>
                  <a:pt x="2475131" y="151436"/>
                </a:cubicBezTo>
                <a:cubicBezTo>
                  <a:pt x="2573415" y="151436"/>
                  <a:pt x="2637600" y="226653"/>
                  <a:pt x="2637600" y="342988"/>
                </a:cubicBezTo>
                <a:lnTo>
                  <a:pt x="2637600" y="342988"/>
                </a:lnTo>
                <a:close/>
                <a:moveTo>
                  <a:pt x="2483155" y="354020"/>
                </a:moveTo>
                <a:cubicBezTo>
                  <a:pt x="2483155" y="329950"/>
                  <a:pt x="2477137" y="272786"/>
                  <a:pt x="2422981" y="272786"/>
                </a:cubicBezTo>
                <a:cubicBezTo>
                  <a:pt x="2367822" y="272786"/>
                  <a:pt x="2320686" y="335968"/>
                  <a:pt x="2302634" y="431242"/>
                </a:cubicBezTo>
                <a:cubicBezTo>
                  <a:pt x="2296617" y="464337"/>
                  <a:pt x="2278565" y="562621"/>
                  <a:pt x="2347765" y="562621"/>
                </a:cubicBezTo>
                <a:cubicBezTo>
                  <a:pt x="2425990" y="562621"/>
                  <a:pt x="2483155" y="451300"/>
                  <a:pt x="2483155" y="354020"/>
                </a:cubicBezTo>
                <a:lnTo>
                  <a:pt x="2483155" y="354020"/>
                </a:lnTo>
                <a:close/>
                <a:moveTo>
                  <a:pt x="207598" y="272786"/>
                </a:moveTo>
                <a:lnTo>
                  <a:pt x="228659" y="161465"/>
                </a:lnTo>
                <a:lnTo>
                  <a:pt x="97280" y="161465"/>
                </a:lnTo>
                <a:lnTo>
                  <a:pt x="0" y="672938"/>
                </a:lnTo>
                <a:lnTo>
                  <a:pt x="148428" y="672938"/>
                </a:lnTo>
                <a:lnTo>
                  <a:pt x="188543" y="461329"/>
                </a:lnTo>
                <a:cubicBezTo>
                  <a:pt x="212613" y="336971"/>
                  <a:pt x="283818" y="286826"/>
                  <a:pt x="385110" y="301870"/>
                </a:cubicBezTo>
                <a:lnTo>
                  <a:pt x="414193" y="149430"/>
                </a:lnTo>
                <a:cubicBezTo>
                  <a:pt x="326942" y="142410"/>
                  <a:pt x="242699" y="191552"/>
                  <a:pt x="207598" y="272786"/>
                </a:cubicBezTo>
                <a:close/>
                <a:moveTo>
                  <a:pt x="1400034" y="663912"/>
                </a:moveTo>
                <a:lnTo>
                  <a:pt x="1451181" y="394135"/>
                </a:lnTo>
                <a:lnTo>
                  <a:pt x="1556485" y="663912"/>
                </a:lnTo>
                <a:lnTo>
                  <a:pt x="1716947" y="663912"/>
                </a:lnTo>
                <a:lnTo>
                  <a:pt x="1607632" y="392130"/>
                </a:lnTo>
                <a:lnTo>
                  <a:pt x="1806204" y="160462"/>
                </a:lnTo>
                <a:lnTo>
                  <a:pt x="1643736" y="160462"/>
                </a:lnTo>
                <a:lnTo>
                  <a:pt x="1452184" y="390124"/>
                </a:lnTo>
                <a:lnTo>
                  <a:pt x="1526398" y="0"/>
                </a:lnTo>
                <a:lnTo>
                  <a:pt x="1378973" y="0"/>
                </a:lnTo>
                <a:lnTo>
                  <a:pt x="1252609" y="663912"/>
                </a:lnTo>
                <a:lnTo>
                  <a:pt x="1400034" y="663912"/>
                </a:lnTo>
                <a:close/>
              </a:path>
            </a:pathLst>
          </a:custGeom>
          <a:solidFill>
            <a:srgbClr val="FFFFFF"/>
          </a:solidFill>
          <a:ln w="10025" cap="flat">
            <a:noFill/>
            <a:prstDash val="solid"/>
            <a:miter/>
          </a:ln>
        </p:spPr>
        <p:txBody>
          <a:bodyPr rtlCol="0" anchor="ctr"/>
          <a:lstStyle/>
          <a:p>
            <a:endParaRPr lang="en-US" sz="506"/>
          </a:p>
        </p:txBody>
      </p:sp>
      <p:sp>
        <p:nvSpPr>
          <p:cNvPr id="7" name="Freeform 6">
            <a:extLst>
              <a:ext uri="{FF2B5EF4-FFF2-40B4-BE49-F238E27FC236}">
                <a16:creationId xmlns:a16="http://schemas.microsoft.com/office/drawing/2014/main" id="{483D6FC1-6DED-F743-BE26-C97D31C25E42}"/>
              </a:ext>
            </a:extLst>
          </p:cNvPr>
          <p:cNvSpPr/>
          <p:nvPr userDrawn="1"/>
        </p:nvSpPr>
        <p:spPr>
          <a:xfrm>
            <a:off x="4541284" y="2893684"/>
            <a:ext cx="1581313" cy="280621"/>
          </a:xfrm>
          <a:custGeom>
            <a:avLst/>
            <a:gdLst>
              <a:gd name="connsiteX0" fmla="*/ 1224528 w 2108417"/>
              <a:gd name="connsiteY0" fmla="*/ 152439 h 374161"/>
              <a:gd name="connsiteX1" fmla="*/ 1102176 w 2108417"/>
              <a:gd name="connsiteY1" fmla="*/ 286826 h 374161"/>
              <a:gd name="connsiteX2" fmla="*/ 1014924 w 2108417"/>
              <a:gd name="connsiteY2" fmla="*/ 198572 h 374161"/>
              <a:gd name="connsiteX3" fmla="*/ 1137277 w 2108417"/>
              <a:gd name="connsiteY3" fmla="*/ 64185 h 374161"/>
              <a:gd name="connsiteX4" fmla="*/ 1224528 w 2108417"/>
              <a:gd name="connsiteY4" fmla="*/ 152439 h 374161"/>
              <a:gd name="connsiteX5" fmla="*/ 1067075 w 2108417"/>
              <a:gd name="connsiteY5" fmla="*/ 198572 h 374161"/>
              <a:gd name="connsiteX6" fmla="*/ 1108193 w 2108417"/>
              <a:gd name="connsiteY6" fmla="*/ 248716 h 374161"/>
              <a:gd name="connsiteX7" fmla="*/ 1171375 w 2108417"/>
              <a:gd name="connsiteY7" fmla="*/ 153442 h 374161"/>
              <a:gd name="connsiteX8" fmla="*/ 1130256 w 2108417"/>
              <a:gd name="connsiteY8" fmla="*/ 104300 h 374161"/>
              <a:gd name="connsiteX9" fmla="*/ 1067075 w 2108417"/>
              <a:gd name="connsiteY9" fmla="*/ 198572 h 374161"/>
              <a:gd name="connsiteX10" fmla="*/ 1570525 w 2108417"/>
              <a:gd name="connsiteY10" fmla="*/ 152439 h 374161"/>
              <a:gd name="connsiteX11" fmla="*/ 1448173 w 2108417"/>
              <a:gd name="connsiteY11" fmla="*/ 286826 h 374161"/>
              <a:gd name="connsiteX12" fmla="*/ 1360921 w 2108417"/>
              <a:gd name="connsiteY12" fmla="*/ 198572 h 374161"/>
              <a:gd name="connsiteX13" fmla="*/ 1483274 w 2108417"/>
              <a:gd name="connsiteY13" fmla="*/ 64185 h 374161"/>
              <a:gd name="connsiteX14" fmla="*/ 1570525 w 2108417"/>
              <a:gd name="connsiteY14" fmla="*/ 152439 h 374161"/>
              <a:gd name="connsiteX15" fmla="*/ 1570525 w 2108417"/>
              <a:gd name="connsiteY15" fmla="*/ 152439 h 374161"/>
              <a:gd name="connsiteX16" fmla="*/ 1413071 w 2108417"/>
              <a:gd name="connsiteY16" fmla="*/ 198572 h 374161"/>
              <a:gd name="connsiteX17" fmla="*/ 1454190 w 2108417"/>
              <a:gd name="connsiteY17" fmla="*/ 248716 h 374161"/>
              <a:gd name="connsiteX18" fmla="*/ 1517372 w 2108417"/>
              <a:gd name="connsiteY18" fmla="*/ 153442 h 374161"/>
              <a:gd name="connsiteX19" fmla="*/ 1476253 w 2108417"/>
              <a:gd name="connsiteY19" fmla="*/ 104300 h 374161"/>
              <a:gd name="connsiteX20" fmla="*/ 1413071 w 2108417"/>
              <a:gd name="connsiteY20" fmla="*/ 198572 h 374161"/>
              <a:gd name="connsiteX21" fmla="*/ 1300748 w 2108417"/>
              <a:gd name="connsiteY21" fmla="*/ 0 h 374161"/>
              <a:gd name="connsiteX22" fmla="*/ 1246592 w 2108417"/>
              <a:gd name="connsiteY22" fmla="*/ 282815 h 374161"/>
              <a:gd name="connsiteX23" fmla="*/ 1297739 w 2108417"/>
              <a:gd name="connsiteY23" fmla="*/ 282815 h 374161"/>
              <a:gd name="connsiteX24" fmla="*/ 1351895 w 2108417"/>
              <a:gd name="connsiteY24" fmla="*/ 0 h 374161"/>
              <a:gd name="connsiteX25" fmla="*/ 1300748 w 2108417"/>
              <a:gd name="connsiteY25" fmla="*/ 0 h 374161"/>
              <a:gd name="connsiteX26" fmla="*/ 480384 w 2108417"/>
              <a:gd name="connsiteY26" fmla="*/ 65188 h 374161"/>
              <a:gd name="connsiteX27" fmla="*/ 344994 w 2108417"/>
              <a:gd name="connsiteY27" fmla="*/ 198572 h 374161"/>
              <a:gd name="connsiteX28" fmla="*/ 344994 w 2108417"/>
              <a:gd name="connsiteY28" fmla="*/ 202583 h 374161"/>
              <a:gd name="connsiteX29" fmla="*/ 431243 w 2108417"/>
              <a:gd name="connsiteY29" fmla="*/ 286826 h 374161"/>
              <a:gd name="connsiteX30" fmla="*/ 494425 w 2108417"/>
              <a:gd name="connsiteY30" fmla="*/ 273789 h 374161"/>
              <a:gd name="connsiteX31" fmla="*/ 502448 w 2108417"/>
              <a:gd name="connsiteY31" fmla="*/ 229662 h 374161"/>
              <a:gd name="connsiteX32" fmla="*/ 445283 w 2108417"/>
              <a:gd name="connsiteY32" fmla="*/ 245708 h 374161"/>
              <a:gd name="connsiteX33" fmla="*/ 398147 w 2108417"/>
              <a:gd name="connsiteY33" fmla="*/ 195563 h 374161"/>
              <a:gd name="connsiteX34" fmla="*/ 478378 w 2108417"/>
              <a:gd name="connsiteY34" fmla="*/ 106306 h 374161"/>
              <a:gd name="connsiteX35" fmla="*/ 517491 w 2108417"/>
              <a:gd name="connsiteY35" fmla="*/ 116335 h 374161"/>
              <a:gd name="connsiteX36" fmla="*/ 525514 w 2108417"/>
              <a:gd name="connsiteY36" fmla="*/ 74214 h 374161"/>
              <a:gd name="connsiteX37" fmla="*/ 480384 w 2108417"/>
              <a:gd name="connsiteY37" fmla="*/ 65188 h 374161"/>
              <a:gd name="connsiteX38" fmla="*/ 190549 w 2108417"/>
              <a:gd name="connsiteY38" fmla="*/ 225650 h 374161"/>
              <a:gd name="connsiteX39" fmla="*/ 184532 w 2108417"/>
              <a:gd name="connsiteY39" fmla="*/ 195563 h 374161"/>
              <a:gd name="connsiteX40" fmla="*/ 323933 w 2108417"/>
              <a:gd name="connsiteY40" fmla="*/ 125361 h 374161"/>
              <a:gd name="connsiteX41" fmla="*/ 255737 w 2108417"/>
              <a:gd name="connsiteY41" fmla="*/ 65188 h 374161"/>
              <a:gd name="connsiteX42" fmla="*/ 135390 w 2108417"/>
              <a:gd name="connsiteY42" fmla="*/ 199575 h 374161"/>
              <a:gd name="connsiteX43" fmla="*/ 222641 w 2108417"/>
              <a:gd name="connsiteY43" fmla="*/ 287829 h 374161"/>
              <a:gd name="connsiteX44" fmla="*/ 302873 w 2108417"/>
              <a:gd name="connsiteY44" fmla="*/ 267771 h 374161"/>
              <a:gd name="connsiteX45" fmla="*/ 311899 w 2108417"/>
              <a:gd name="connsiteY45" fmla="*/ 221638 h 374161"/>
              <a:gd name="connsiteX46" fmla="*/ 234676 w 2108417"/>
              <a:gd name="connsiteY46" fmla="*/ 246711 h 374161"/>
              <a:gd name="connsiteX47" fmla="*/ 190549 w 2108417"/>
              <a:gd name="connsiteY47" fmla="*/ 225650 h 374161"/>
              <a:gd name="connsiteX48" fmla="*/ 248717 w 2108417"/>
              <a:gd name="connsiteY48" fmla="*/ 103297 h 374161"/>
              <a:gd name="connsiteX49" fmla="*/ 275795 w 2108417"/>
              <a:gd name="connsiteY49" fmla="*/ 125361 h 374161"/>
              <a:gd name="connsiteX50" fmla="*/ 189546 w 2108417"/>
              <a:gd name="connsiteY50" fmla="*/ 157454 h 374161"/>
              <a:gd name="connsiteX51" fmla="*/ 248717 w 2108417"/>
              <a:gd name="connsiteY51" fmla="*/ 103297 h 374161"/>
              <a:gd name="connsiteX52" fmla="*/ 979823 w 2108417"/>
              <a:gd name="connsiteY52" fmla="*/ 123355 h 374161"/>
              <a:gd name="connsiteX53" fmla="*/ 925667 w 2108417"/>
              <a:gd name="connsiteY53" fmla="*/ 65188 h 374161"/>
              <a:gd name="connsiteX54" fmla="*/ 848444 w 2108417"/>
              <a:gd name="connsiteY54" fmla="*/ 109315 h 374161"/>
              <a:gd name="connsiteX55" fmla="*/ 856468 w 2108417"/>
              <a:gd name="connsiteY55" fmla="*/ 68196 h 374161"/>
              <a:gd name="connsiteX56" fmla="*/ 810335 w 2108417"/>
              <a:gd name="connsiteY56" fmla="*/ 68196 h 374161"/>
              <a:gd name="connsiteX57" fmla="*/ 769216 w 2108417"/>
              <a:gd name="connsiteY57" fmla="*/ 281812 h 374161"/>
              <a:gd name="connsiteX58" fmla="*/ 820364 w 2108417"/>
              <a:gd name="connsiteY58" fmla="*/ 281812 h 374161"/>
              <a:gd name="connsiteX59" fmla="*/ 839419 w 2108417"/>
              <a:gd name="connsiteY59" fmla="*/ 183529 h 374161"/>
              <a:gd name="connsiteX60" fmla="*/ 900595 w 2108417"/>
              <a:gd name="connsiteY60" fmla="*/ 105303 h 374161"/>
              <a:gd name="connsiteX61" fmla="*/ 927673 w 2108417"/>
              <a:gd name="connsiteY61" fmla="*/ 135390 h 374161"/>
              <a:gd name="connsiteX62" fmla="*/ 924664 w 2108417"/>
              <a:gd name="connsiteY62" fmla="*/ 160462 h 374161"/>
              <a:gd name="connsiteX63" fmla="*/ 901598 w 2108417"/>
              <a:gd name="connsiteY63" fmla="*/ 280809 h 374161"/>
              <a:gd name="connsiteX64" fmla="*/ 952745 w 2108417"/>
              <a:gd name="connsiteY64" fmla="*/ 280809 h 374161"/>
              <a:gd name="connsiteX65" fmla="*/ 976814 w 2108417"/>
              <a:gd name="connsiteY65" fmla="*/ 156451 h 374161"/>
              <a:gd name="connsiteX66" fmla="*/ 979823 w 2108417"/>
              <a:gd name="connsiteY66" fmla="*/ 123355 h 374161"/>
              <a:gd name="connsiteX67" fmla="*/ 979823 w 2108417"/>
              <a:gd name="connsiteY67" fmla="*/ 123355 h 374161"/>
              <a:gd name="connsiteX68" fmla="*/ 684974 w 2108417"/>
              <a:gd name="connsiteY68" fmla="*/ 65188 h 374161"/>
              <a:gd name="connsiteX69" fmla="*/ 613768 w 2108417"/>
              <a:gd name="connsiteY69" fmla="*/ 100289 h 374161"/>
              <a:gd name="connsiteX70" fmla="*/ 632823 w 2108417"/>
              <a:gd name="connsiteY70" fmla="*/ 0 h 374161"/>
              <a:gd name="connsiteX71" fmla="*/ 581676 w 2108417"/>
              <a:gd name="connsiteY71" fmla="*/ 0 h 374161"/>
              <a:gd name="connsiteX72" fmla="*/ 527520 w 2108417"/>
              <a:gd name="connsiteY72" fmla="*/ 282815 h 374161"/>
              <a:gd name="connsiteX73" fmla="*/ 578667 w 2108417"/>
              <a:gd name="connsiteY73" fmla="*/ 282815 h 374161"/>
              <a:gd name="connsiteX74" fmla="*/ 597722 w 2108417"/>
              <a:gd name="connsiteY74" fmla="*/ 184532 h 374161"/>
              <a:gd name="connsiteX75" fmla="*/ 658898 w 2108417"/>
              <a:gd name="connsiteY75" fmla="*/ 106306 h 374161"/>
              <a:gd name="connsiteX76" fmla="*/ 685977 w 2108417"/>
              <a:gd name="connsiteY76" fmla="*/ 136393 h 374161"/>
              <a:gd name="connsiteX77" fmla="*/ 682968 w 2108417"/>
              <a:gd name="connsiteY77" fmla="*/ 161465 h 374161"/>
              <a:gd name="connsiteX78" fmla="*/ 659901 w 2108417"/>
              <a:gd name="connsiteY78" fmla="*/ 281812 h 374161"/>
              <a:gd name="connsiteX79" fmla="*/ 711049 w 2108417"/>
              <a:gd name="connsiteY79" fmla="*/ 281812 h 374161"/>
              <a:gd name="connsiteX80" fmla="*/ 735118 w 2108417"/>
              <a:gd name="connsiteY80" fmla="*/ 157454 h 374161"/>
              <a:gd name="connsiteX81" fmla="*/ 739130 w 2108417"/>
              <a:gd name="connsiteY81" fmla="*/ 122352 h 374161"/>
              <a:gd name="connsiteX82" fmla="*/ 684974 w 2108417"/>
              <a:gd name="connsiteY82" fmla="*/ 65188 h 374161"/>
              <a:gd name="connsiteX83" fmla="*/ 95275 w 2108417"/>
              <a:gd name="connsiteY83" fmla="*/ 15043 h 374161"/>
              <a:gd name="connsiteX84" fmla="*/ 46133 w 2108417"/>
              <a:gd name="connsiteY84" fmla="*/ 15043 h 374161"/>
              <a:gd name="connsiteX85" fmla="*/ 35101 w 2108417"/>
              <a:gd name="connsiteY85" fmla="*/ 70202 h 374161"/>
              <a:gd name="connsiteX86" fmla="*/ 7020 w 2108417"/>
              <a:gd name="connsiteY86" fmla="*/ 70202 h 374161"/>
              <a:gd name="connsiteX87" fmla="*/ 0 w 2108417"/>
              <a:gd name="connsiteY87" fmla="*/ 109315 h 374161"/>
              <a:gd name="connsiteX88" fmla="*/ 28081 w 2108417"/>
              <a:gd name="connsiteY88" fmla="*/ 109315 h 374161"/>
              <a:gd name="connsiteX89" fmla="*/ 10029 w 2108417"/>
              <a:gd name="connsiteY89" fmla="*/ 204589 h 374161"/>
              <a:gd name="connsiteX90" fmla="*/ 6017 w 2108417"/>
              <a:gd name="connsiteY90" fmla="*/ 243702 h 374161"/>
              <a:gd name="connsiteX91" fmla="*/ 56162 w 2108417"/>
              <a:gd name="connsiteY91" fmla="*/ 287829 h 374161"/>
              <a:gd name="connsiteX92" fmla="*/ 89257 w 2108417"/>
              <a:gd name="connsiteY92" fmla="*/ 283817 h 374161"/>
              <a:gd name="connsiteX93" fmla="*/ 89257 w 2108417"/>
              <a:gd name="connsiteY93" fmla="*/ 283817 h 374161"/>
              <a:gd name="connsiteX94" fmla="*/ 97280 w 2108417"/>
              <a:gd name="connsiteY94" fmla="*/ 243702 h 374161"/>
              <a:gd name="connsiteX95" fmla="*/ 77222 w 2108417"/>
              <a:gd name="connsiteY95" fmla="*/ 245708 h 374161"/>
              <a:gd name="connsiteX96" fmla="*/ 58168 w 2108417"/>
              <a:gd name="connsiteY96" fmla="*/ 231667 h 374161"/>
              <a:gd name="connsiteX97" fmla="*/ 58168 w 2108417"/>
              <a:gd name="connsiteY97" fmla="*/ 226653 h 374161"/>
              <a:gd name="connsiteX98" fmla="*/ 62179 w 2108417"/>
              <a:gd name="connsiteY98" fmla="*/ 196566 h 374161"/>
              <a:gd name="connsiteX99" fmla="*/ 79228 w 2108417"/>
              <a:gd name="connsiteY99" fmla="*/ 111321 h 374161"/>
              <a:gd name="connsiteX100" fmla="*/ 126364 w 2108417"/>
              <a:gd name="connsiteY100" fmla="*/ 111321 h 374161"/>
              <a:gd name="connsiteX101" fmla="*/ 134387 w 2108417"/>
              <a:gd name="connsiteY101" fmla="*/ 72208 h 374161"/>
              <a:gd name="connsiteX102" fmla="*/ 87251 w 2108417"/>
              <a:gd name="connsiteY102" fmla="*/ 72208 h 374161"/>
              <a:gd name="connsiteX103" fmla="*/ 95275 w 2108417"/>
              <a:gd name="connsiteY103" fmla="*/ 15043 h 374161"/>
              <a:gd name="connsiteX104" fmla="*/ 1804198 w 2108417"/>
              <a:gd name="connsiteY104" fmla="*/ 362043 h 374161"/>
              <a:gd name="connsiteX105" fmla="*/ 1909502 w 2108417"/>
              <a:gd name="connsiteY105" fmla="*/ 321927 h 374161"/>
              <a:gd name="connsiteX106" fmla="*/ 1909502 w 2108417"/>
              <a:gd name="connsiteY106" fmla="*/ 321927 h 374161"/>
              <a:gd name="connsiteX107" fmla="*/ 2051912 w 2108417"/>
              <a:gd name="connsiteY107" fmla="*/ 68196 h 374161"/>
              <a:gd name="connsiteX108" fmla="*/ 1997756 w 2108417"/>
              <a:gd name="connsiteY108" fmla="*/ 68196 h 374161"/>
              <a:gd name="connsiteX109" fmla="*/ 1916522 w 2108417"/>
              <a:gd name="connsiteY109" fmla="*/ 226653 h 374161"/>
              <a:gd name="connsiteX110" fmla="*/ 1896464 w 2108417"/>
              <a:gd name="connsiteY110" fmla="*/ 68196 h 374161"/>
              <a:gd name="connsiteX111" fmla="*/ 1843311 w 2108417"/>
              <a:gd name="connsiteY111" fmla="*/ 68196 h 374161"/>
              <a:gd name="connsiteX112" fmla="*/ 1881421 w 2108417"/>
              <a:gd name="connsiteY112" fmla="*/ 276797 h 374161"/>
              <a:gd name="connsiteX113" fmla="*/ 1864372 w 2108417"/>
              <a:gd name="connsiteY113" fmla="*/ 309893 h 374161"/>
              <a:gd name="connsiteX114" fmla="*/ 1811218 w 2108417"/>
              <a:gd name="connsiteY114" fmla="*/ 319922 h 374161"/>
              <a:gd name="connsiteX115" fmla="*/ 1804198 w 2108417"/>
              <a:gd name="connsiteY115" fmla="*/ 362043 h 374161"/>
              <a:gd name="connsiteX116" fmla="*/ 1734999 w 2108417"/>
              <a:gd name="connsiteY116" fmla="*/ 65188 h 374161"/>
              <a:gd name="connsiteX117" fmla="*/ 1598606 w 2108417"/>
              <a:gd name="connsiteY117" fmla="*/ 212612 h 374161"/>
              <a:gd name="connsiteX118" fmla="*/ 1662791 w 2108417"/>
              <a:gd name="connsiteY118" fmla="*/ 287829 h 374161"/>
              <a:gd name="connsiteX119" fmla="*/ 1733996 w 2108417"/>
              <a:gd name="connsiteY119" fmla="*/ 249719 h 374161"/>
              <a:gd name="connsiteX120" fmla="*/ 1729985 w 2108417"/>
              <a:gd name="connsiteY120" fmla="*/ 268774 h 374161"/>
              <a:gd name="connsiteX121" fmla="*/ 1660785 w 2108417"/>
              <a:gd name="connsiteY121" fmla="*/ 333962 h 374161"/>
              <a:gd name="connsiteX122" fmla="*/ 1604623 w 2108417"/>
              <a:gd name="connsiteY122" fmla="*/ 320924 h 374161"/>
              <a:gd name="connsiteX123" fmla="*/ 1596600 w 2108417"/>
              <a:gd name="connsiteY123" fmla="*/ 362043 h 374161"/>
              <a:gd name="connsiteX124" fmla="*/ 1659782 w 2108417"/>
              <a:gd name="connsiteY124" fmla="*/ 374077 h 374161"/>
              <a:gd name="connsiteX125" fmla="*/ 1739011 w 2108417"/>
              <a:gd name="connsiteY125" fmla="*/ 350008 h 374161"/>
              <a:gd name="connsiteX126" fmla="*/ 1783138 w 2108417"/>
              <a:gd name="connsiteY126" fmla="*/ 255737 h 374161"/>
              <a:gd name="connsiteX127" fmla="*/ 1802192 w 2108417"/>
              <a:gd name="connsiteY127" fmla="*/ 159459 h 374161"/>
              <a:gd name="connsiteX128" fmla="*/ 1806204 w 2108417"/>
              <a:gd name="connsiteY128" fmla="*/ 122352 h 374161"/>
              <a:gd name="connsiteX129" fmla="*/ 1734999 w 2108417"/>
              <a:gd name="connsiteY129" fmla="*/ 65188 h 374161"/>
              <a:gd name="connsiteX130" fmla="*/ 1734999 w 2108417"/>
              <a:gd name="connsiteY130" fmla="*/ 65188 h 374161"/>
              <a:gd name="connsiteX131" fmla="*/ 1751045 w 2108417"/>
              <a:gd name="connsiteY131" fmla="*/ 156451 h 374161"/>
              <a:gd name="connsiteX132" fmla="*/ 1747034 w 2108417"/>
              <a:gd name="connsiteY132" fmla="*/ 176508 h 374161"/>
              <a:gd name="connsiteX133" fmla="*/ 1684855 w 2108417"/>
              <a:gd name="connsiteY133" fmla="*/ 246711 h 374161"/>
              <a:gd name="connsiteX134" fmla="*/ 1650756 w 2108417"/>
              <a:gd name="connsiteY134" fmla="*/ 203586 h 374161"/>
              <a:gd name="connsiteX135" fmla="*/ 1724970 w 2108417"/>
              <a:gd name="connsiteY135" fmla="*/ 104300 h 374161"/>
              <a:gd name="connsiteX136" fmla="*/ 1753051 w 2108417"/>
              <a:gd name="connsiteY136" fmla="*/ 126364 h 374161"/>
              <a:gd name="connsiteX137" fmla="*/ 1753051 w 2108417"/>
              <a:gd name="connsiteY137" fmla="*/ 131378 h 374161"/>
              <a:gd name="connsiteX138" fmla="*/ 1751045 w 2108417"/>
              <a:gd name="connsiteY138" fmla="*/ 156451 h 374161"/>
              <a:gd name="connsiteX139" fmla="*/ 2108074 w 2108417"/>
              <a:gd name="connsiteY139" fmla="*/ 238687 h 374161"/>
              <a:gd name="connsiteX140" fmla="*/ 2069964 w 2108417"/>
              <a:gd name="connsiteY140" fmla="*/ 190549 h 374161"/>
              <a:gd name="connsiteX141" fmla="*/ 2063947 w 2108417"/>
              <a:gd name="connsiteY141" fmla="*/ 190549 h 374161"/>
              <a:gd name="connsiteX142" fmla="*/ 2010794 w 2108417"/>
              <a:gd name="connsiteY142" fmla="*/ 239690 h 374161"/>
              <a:gd name="connsiteX143" fmla="*/ 2048903 w 2108417"/>
              <a:gd name="connsiteY143" fmla="*/ 287829 h 374161"/>
              <a:gd name="connsiteX144" fmla="*/ 2054921 w 2108417"/>
              <a:gd name="connsiteY144" fmla="*/ 287829 h 374161"/>
              <a:gd name="connsiteX145" fmla="*/ 2108074 w 2108417"/>
              <a:gd name="connsiteY145" fmla="*/ 238687 h 374161"/>
              <a:gd name="connsiteX146" fmla="*/ 2101054 w 2108417"/>
              <a:gd name="connsiteY146" fmla="*/ 238687 h 374161"/>
              <a:gd name="connsiteX147" fmla="*/ 2054921 w 2108417"/>
              <a:gd name="connsiteY147" fmla="*/ 280809 h 374161"/>
              <a:gd name="connsiteX148" fmla="*/ 2016811 w 2108417"/>
              <a:gd name="connsiteY148" fmla="*/ 244705 h 374161"/>
              <a:gd name="connsiteX149" fmla="*/ 2016811 w 2108417"/>
              <a:gd name="connsiteY149" fmla="*/ 239690 h 374161"/>
              <a:gd name="connsiteX150" fmla="*/ 2062944 w 2108417"/>
              <a:gd name="connsiteY150" fmla="*/ 197569 h 374161"/>
              <a:gd name="connsiteX151" fmla="*/ 2101054 w 2108417"/>
              <a:gd name="connsiteY151" fmla="*/ 233673 h 374161"/>
              <a:gd name="connsiteX152" fmla="*/ 2101054 w 2108417"/>
              <a:gd name="connsiteY152" fmla="*/ 238687 h 374161"/>
              <a:gd name="connsiteX153" fmla="*/ 2066955 w 2108417"/>
              <a:gd name="connsiteY153" fmla="*/ 244705 h 374161"/>
              <a:gd name="connsiteX154" fmla="*/ 2074979 w 2108417"/>
              <a:gd name="connsiteY154" fmla="*/ 267771 h 374161"/>
              <a:gd name="connsiteX155" fmla="*/ 2066955 w 2108417"/>
              <a:gd name="connsiteY155" fmla="*/ 267771 h 374161"/>
              <a:gd name="connsiteX156" fmla="*/ 2058932 w 2108417"/>
              <a:gd name="connsiteY156" fmla="*/ 245708 h 374161"/>
              <a:gd name="connsiteX157" fmla="*/ 2047900 w 2108417"/>
              <a:gd name="connsiteY157" fmla="*/ 245708 h 374161"/>
              <a:gd name="connsiteX158" fmla="*/ 2043889 w 2108417"/>
              <a:gd name="connsiteY158" fmla="*/ 267771 h 374161"/>
              <a:gd name="connsiteX159" fmla="*/ 2036869 w 2108417"/>
              <a:gd name="connsiteY159" fmla="*/ 267771 h 374161"/>
              <a:gd name="connsiteX160" fmla="*/ 2047900 w 2108417"/>
              <a:gd name="connsiteY160" fmla="*/ 210607 h 374161"/>
              <a:gd name="connsiteX161" fmla="*/ 2066955 w 2108417"/>
              <a:gd name="connsiteY161" fmla="*/ 210607 h 374161"/>
              <a:gd name="connsiteX162" fmla="*/ 2081999 w 2108417"/>
              <a:gd name="connsiteY162" fmla="*/ 224647 h 374161"/>
              <a:gd name="connsiteX163" fmla="*/ 2081999 w 2108417"/>
              <a:gd name="connsiteY163" fmla="*/ 224647 h 374161"/>
              <a:gd name="connsiteX164" fmla="*/ 2066955 w 2108417"/>
              <a:gd name="connsiteY164" fmla="*/ 244705 h 374161"/>
              <a:gd name="connsiteX165" fmla="*/ 2066955 w 2108417"/>
              <a:gd name="connsiteY165" fmla="*/ 244705 h 374161"/>
              <a:gd name="connsiteX166" fmla="*/ 2066955 w 2108417"/>
              <a:gd name="connsiteY166" fmla="*/ 216624 h 374161"/>
              <a:gd name="connsiteX167" fmla="*/ 2053918 w 2108417"/>
              <a:gd name="connsiteY167" fmla="*/ 216624 h 374161"/>
              <a:gd name="connsiteX168" fmla="*/ 2049906 w 2108417"/>
              <a:gd name="connsiteY168" fmla="*/ 237685 h 374161"/>
              <a:gd name="connsiteX169" fmla="*/ 2061941 w 2108417"/>
              <a:gd name="connsiteY169" fmla="*/ 237685 h 374161"/>
              <a:gd name="connsiteX170" fmla="*/ 2074979 w 2108417"/>
              <a:gd name="connsiteY170" fmla="*/ 226653 h 374161"/>
              <a:gd name="connsiteX171" fmla="*/ 2068961 w 2108417"/>
              <a:gd name="connsiteY171" fmla="*/ 216624 h 374161"/>
              <a:gd name="connsiteX172" fmla="*/ 2066955 w 2108417"/>
              <a:gd name="connsiteY172" fmla="*/ 216624 h 374161"/>
              <a:gd name="connsiteX173" fmla="*/ 2066955 w 2108417"/>
              <a:gd name="connsiteY173" fmla="*/ 216624 h 374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2108417" h="374161">
                <a:moveTo>
                  <a:pt x="1224528" y="152439"/>
                </a:moveTo>
                <a:cubicBezTo>
                  <a:pt x="1224528" y="224647"/>
                  <a:pt x="1174384" y="286826"/>
                  <a:pt x="1102176" y="286826"/>
                </a:cubicBezTo>
                <a:cubicBezTo>
                  <a:pt x="1048020" y="286826"/>
                  <a:pt x="1014924" y="249719"/>
                  <a:pt x="1014924" y="198572"/>
                </a:cubicBezTo>
                <a:cubicBezTo>
                  <a:pt x="1014924" y="126364"/>
                  <a:pt x="1065069" y="64185"/>
                  <a:pt x="1137277" y="64185"/>
                </a:cubicBezTo>
                <a:cubicBezTo>
                  <a:pt x="1194441" y="65188"/>
                  <a:pt x="1224528" y="106306"/>
                  <a:pt x="1224528" y="152439"/>
                </a:cubicBezTo>
                <a:close/>
                <a:moveTo>
                  <a:pt x="1067075" y="198572"/>
                </a:moveTo>
                <a:cubicBezTo>
                  <a:pt x="1067075" y="227656"/>
                  <a:pt x="1082118" y="248716"/>
                  <a:pt x="1108193" y="248716"/>
                </a:cubicBezTo>
                <a:cubicBezTo>
                  <a:pt x="1146303" y="248716"/>
                  <a:pt x="1171375" y="196566"/>
                  <a:pt x="1171375" y="153442"/>
                </a:cubicBezTo>
                <a:cubicBezTo>
                  <a:pt x="1171375" y="131378"/>
                  <a:pt x="1161346" y="104300"/>
                  <a:pt x="1130256" y="104300"/>
                </a:cubicBezTo>
                <a:cubicBezTo>
                  <a:pt x="1091144" y="104300"/>
                  <a:pt x="1067075" y="158456"/>
                  <a:pt x="1067075" y="198572"/>
                </a:cubicBezTo>
                <a:close/>
                <a:moveTo>
                  <a:pt x="1570525" y="152439"/>
                </a:moveTo>
                <a:cubicBezTo>
                  <a:pt x="1570525" y="224647"/>
                  <a:pt x="1520380" y="286826"/>
                  <a:pt x="1448173" y="286826"/>
                </a:cubicBezTo>
                <a:cubicBezTo>
                  <a:pt x="1394017" y="286826"/>
                  <a:pt x="1360921" y="249719"/>
                  <a:pt x="1360921" y="198572"/>
                </a:cubicBezTo>
                <a:cubicBezTo>
                  <a:pt x="1360921" y="126364"/>
                  <a:pt x="1411066" y="64185"/>
                  <a:pt x="1483274" y="64185"/>
                </a:cubicBezTo>
                <a:cubicBezTo>
                  <a:pt x="1541441" y="65188"/>
                  <a:pt x="1570525" y="106306"/>
                  <a:pt x="1570525" y="152439"/>
                </a:cubicBezTo>
                <a:lnTo>
                  <a:pt x="1570525" y="152439"/>
                </a:lnTo>
                <a:close/>
                <a:moveTo>
                  <a:pt x="1413071" y="198572"/>
                </a:moveTo>
                <a:cubicBezTo>
                  <a:pt x="1413071" y="227656"/>
                  <a:pt x="1428115" y="248716"/>
                  <a:pt x="1454190" y="248716"/>
                </a:cubicBezTo>
                <a:cubicBezTo>
                  <a:pt x="1492300" y="248716"/>
                  <a:pt x="1517372" y="196566"/>
                  <a:pt x="1517372" y="153442"/>
                </a:cubicBezTo>
                <a:cubicBezTo>
                  <a:pt x="1517372" y="131378"/>
                  <a:pt x="1507343" y="104300"/>
                  <a:pt x="1476253" y="104300"/>
                </a:cubicBezTo>
                <a:cubicBezTo>
                  <a:pt x="1437141" y="104300"/>
                  <a:pt x="1413071" y="158456"/>
                  <a:pt x="1413071" y="198572"/>
                </a:cubicBezTo>
                <a:close/>
                <a:moveTo>
                  <a:pt x="1300748" y="0"/>
                </a:moveTo>
                <a:lnTo>
                  <a:pt x="1246592" y="282815"/>
                </a:lnTo>
                <a:lnTo>
                  <a:pt x="1297739" y="282815"/>
                </a:lnTo>
                <a:lnTo>
                  <a:pt x="1351895" y="0"/>
                </a:lnTo>
                <a:lnTo>
                  <a:pt x="1300748" y="0"/>
                </a:lnTo>
                <a:close/>
                <a:moveTo>
                  <a:pt x="480384" y="65188"/>
                </a:moveTo>
                <a:cubicBezTo>
                  <a:pt x="406170" y="64185"/>
                  <a:pt x="345997" y="124358"/>
                  <a:pt x="344994" y="198572"/>
                </a:cubicBezTo>
                <a:cubicBezTo>
                  <a:pt x="344994" y="199575"/>
                  <a:pt x="344994" y="200578"/>
                  <a:pt x="344994" y="202583"/>
                </a:cubicBezTo>
                <a:cubicBezTo>
                  <a:pt x="344994" y="253731"/>
                  <a:pt x="378089" y="286826"/>
                  <a:pt x="431243" y="286826"/>
                </a:cubicBezTo>
                <a:cubicBezTo>
                  <a:pt x="453306" y="286826"/>
                  <a:pt x="474367" y="282815"/>
                  <a:pt x="494425" y="273789"/>
                </a:cubicBezTo>
                <a:lnTo>
                  <a:pt x="502448" y="229662"/>
                </a:lnTo>
                <a:cubicBezTo>
                  <a:pt x="485399" y="239690"/>
                  <a:pt x="465341" y="245708"/>
                  <a:pt x="445283" y="245708"/>
                </a:cubicBezTo>
                <a:cubicBezTo>
                  <a:pt x="417202" y="245708"/>
                  <a:pt x="398147" y="227656"/>
                  <a:pt x="398147" y="195563"/>
                </a:cubicBezTo>
                <a:cubicBezTo>
                  <a:pt x="398147" y="151436"/>
                  <a:pt x="429237" y="106306"/>
                  <a:pt x="478378" y="106306"/>
                </a:cubicBezTo>
                <a:cubicBezTo>
                  <a:pt x="492419" y="106306"/>
                  <a:pt x="505456" y="109315"/>
                  <a:pt x="517491" y="116335"/>
                </a:cubicBezTo>
                <a:lnTo>
                  <a:pt x="525514" y="74214"/>
                </a:lnTo>
                <a:cubicBezTo>
                  <a:pt x="511474" y="68196"/>
                  <a:pt x="496430" y="65188"/>
                  <a:pt x="480384" y="65188"/>
                </a:cubicBezTo>
                <a:close/>
                <a:moveTo>
                  <a:pt x="190549" y="225650"/>
                </a:moveTo>
                <a:cubicBezTo>
                  <a:pt x="185535" y="216624"/>
                  <a:pt x="184532" y="205592"/>
                  <a:pt x="184532" y="195563"/>
                </a:cubicBezTo>
                <a:cubicBezTo>
                  <a:pt x="266769" y="197569"/>
                  <a:pt x="323933" y="179517"/>
                  <a:pt x="323933" y="125361"/>
                </a:cubicBezTo>
                <a:cubicBezTo>
                  <a:pt x="323933" y="89257"/>
                  <a:pt x="296855" y="65188"/>
                  <a:pt x="255737" y="65188"/>
                </a:cubicBezTo>
                <a:cubicBezTo>
                  <a:pt x="182526" y="65188"/>
                  <a:pt x="135390" y="135390"/>
                  <a:pt x="135390" y="199575"/>
                </a:cubicBezTo>
                <a:cubicBezTo>
                  <a:pt x="135390" y="251725"/>
                  <a:pt x="163471" y="287829"/>
                  <a:pt x="222641" y="287829"/>
                </a:cubicBezTo>
                <a:cubicBezTo>
                  <a:pt x="250722" y="287829"/>
                  <a:pt x="278803" y="280809"/>
                  <a:pt x="302873" y="267771"/>
                </a:cubicBezTo>
                <a:lnTo>
                  <a:pt x="311899" y="221638"/>
                </a:lnTo>
                <a:cubicBezTo>
                  <a:pt x="289835" y="238687"/>
                  <a:pt x="262757" y="247713"/>
                  <a:pt x="234676" y="246711"/>
                </a:cubicBezTo>
                <a:cubicBezTo>
                  <a:pt x="216624" y="248716"/>
                  <a:pt x="199575" y="240693"/>
                  <a:pt x="190549" y="225650"/>
                </a:cubicBezTo>
                <a:close/>
                <a:moveTo>
                  <a:pt x="248717" y="103297"/>
                </a:moveTo>
                <a:cubicBezTo>
                  <a:pt x="264763" y="103297"/>
                  <a:pt x="275795" y="111321"/>
                  <a:pt x="275795" y="125361"/>
                </a:cubicBezTo>
                <a:cubicBezTo>
                  <a:pt x="275795" y="151436"/>
                  <a:pt x="241696" y="158456"/>
                  <a:pt x="189546" y="157454"/>
                </a:cubicBezTo>
                <a:cubicBezTo>
                  <a:pt x="195563" y="131378"/>
                  <a:pt x="216624" y="103297"/>
                  <a:pt x="248717" y="103297"/>
                </a:cubicBezTo>
                <a:close/>
                <a:moveTo>
                  <a:pt x="979823" y="123355"/>
                </a:moveTo>
                <a:cubicBezTo>
                  <a:pt x="979823" y="83240"/>
                  <a:pt x="955754" y="65188"/>
                  <a:pt x="925667" y="65188"/>
                </a:cubicBezTo>
                <a:cubicBezTo>
                  <a:pt x="893574" y="65188"/>
                  <a:pt x="864491" y="82237"/>
                  <a:pt x="848444" y="109315"/>
                </a:cubicBezTo>
                <a:lnTo>
                  <a:pt x="856468" y="68196"/>
                </a:lnTo>
                <a:lnTo>
                  <a:pt x="810335" y="68196"/>
                </a:lnTo>
                <a:lnTo>
                  <a:pt x="769216" y="281812"/>
                </a:lnTo>
                <a:lnTo>
                  <a:pt x="820364" y="281812"/>
                </a:lnTo>
                <a:lnTo>
                  <a:pt x="839419" y="183529"/>
                </a:lnTo>
                <a:cubicBezTo>
                  <a:pt x="848444" y="133384"/>
                  <a:pt x="877528" y="105303"/>
                  <a:pt x="900595" y="105303"/>
                </a:cubicBezTo>
                <a:cubicBezTo>
                  <a:pt x="920653" y="105303"/>
                  <a:pt x="927673" y="118341"/>
                  <a:pt x="927673" y="135390"/>
                </a:cubicBezTo>
                <a:cubicBezTo>
                  <a:pt x="927673" y="143413"/>
                  <a:pt x="926670" y="152439"/>
                  <a:pt x="924664" y="160462"/>
                </a:cubicBezTo>
                <a:lnTo>
                  <a:pt x="901598" y="280809"/>
                </a:lnTo>
                <a:lnTo>
                  <a:pt x="952745" y="280809"/>
                </a:lnTo>
                <a:lnTo>
                  <a:pt x="976814" y="156451"/>
                </a:lnTo>
                <a:cubicBezTo>
                  <a:pt x="978820" y="147425"/>
                  <a:pt x="979823" y="135390"/>
                  <a:pt x="979823" y="123355"/>
                </a:cubicBezTo>
                <a:lnTo>
                  <a:pt x="979823" y="123355"/>
                </a:lnTo>
                <a:close/>
                <a:moveTo>
                  <a:pt x="684974" y="65188"/>
                </a:moveTo>
                <a:cubicBezTo>
                  <a:pt x="656893" y="65188"/>
                  <a:pt x="630818" y="78225"/>
                  <a:pt x="613768" y="100289"/>
                </a:cubicBezTo>
                <a:lnTo>
                  <a:pt x="632823" y="0"/>
                </a:lnTo>
                <a:lnTo>
                  <a:pt x="581676" y="0"/>
                </a:lnTo>
                <a:lnTo>
                  <a:pt x="527520" y="282815"/>
                </a:lnTo>
                <a:lnTo>
                  <a:pt x="578667" y="282815"/>
                </a:lnTo>
                <a:lnTo>
                  <a:pt x="597722" y="184532"/>
                </a:lnTo>
                <a:cubicBezTo>
                  <a:pt x="606748" y="134387"/>
                  <a:pt x="635832" y="106306"/>
                  <a:pt x="658898" y="106306"/>
                </a:cubicBezTo>
                <a:cubicBezTo>
                  <a:pt x="678956" y="106306"/>
                  <a:pt x="685977" y="119344"/>
                  <a:pt x="685977" y="136393"/>
                </a:cubicBezTo>
                <a:cubicBezTo>
                  <a:pt x="685977" y="144416"/>
                  <a:pt x="684974" y="153442"/>
                  <a:pt x="682968" y="161465"/>
                </a:cubicBezTo>
                <a:lnTo>
                  <a:pt x="659901" y="281812"/>
                </a:lnTo>
                <a:lnTo>
                  <a:pt x="711049" y="281812"/>
                </a:lnTo>
                <a:lnTo>
                  <a:pt x="735118" y="157454"/>
                </a:lnTo>
                <a:cubicBezTo>
                  <a:pt x="737124" y="145419"/>
                  <a:pt x="739130" y="134387"/>
                  <a:pt x="739130" y="122352"/>
                </a:cubicBezTo>
                <a:cubicBezTo>
                  <a:pt x="739130" y="83240"/>
                  <a:pt x="716063" y="65188"/>
                  <a:pt x="684974" y="65188"/>
                </a:cubicBezTo>
                <a:close/>
                <a:moveTo>
                  <a:pt x="95275" y="15043"/>
                </a:moveTo>
                <a:lnTo>
                  <a:pt x="46133" y="15043"/>
                </a:lnTo>
                <a:lnTo>
                  <a:pt x="35101" y="70202"/>
                </a:lnTo>
                <a:lnTo>
                  <a:pt x="7020" y="70202"/>
                </a:lnTo>
                <a:lnTo>
                  <a:pt x="0" y="109315"/>
                </a:lnTo>
                <a:lnTo>
                  <a:pt x="28081" y="109315"/>
                </a:lnTo>
                <a:lnTo>
                  <a:pt x="10029" y="204589"/>
                </a:lnTo>
                <a:cubicBezTo>
                  <a:pt x="7020" y="217627"/>
                  <a:pt x="6017" y="230664"/>
                  <a:pt x="6017" y="243702"/>
                </a:cubicBezTo>
                <a:cubicBezTo>
                  <a:pt x="6017" y="267771"/>
                  <a:pt x="21061" y="287829"/>
                  <a:pt x="56162" y="287829"/>
                </a:cubicBezTo>
                <a:cubicBezTo>
                  <a:pt x="67194" y="287829"/>
                  <a:pt x="78225" y="286826"/>
                  <a:pt x="89257" y="283817"/>
                </a:cubicBezTo>
                <a:lnTo>
                  <a:pt x="89257" y="283817"/>
                </a:lnTo>
                <a:lnTo>
                  <a:pt x="97280" y="243702"/>
                </a:lnTo>
                <a:cubicBezTo>
                  <a:pt x="90260" y="244705"/>
                  <a:pt x="84243" y="245708"/>
                  <a:pt x="77222" y="245708"/>
                </a:cubicBezTo>
                <a:cubicBezTo>
                  <a:pt x="68197" y="246711"/>
                  <a:pt x="59171" y="240693"/>
                  <a:pt x="58168" y="231667"/>
                </a:cubicBezTo>
                <a:cubicBezTo>
                  <a:pt x="58168" y="229662"/>
                  <a:pt x="58168" y="228659"/>
                  <a:pt x="58168" y="226653"/>
                </a:cubicBezTo>
                <a:cubicBezTo>
                  <a:pt x="58168" y="216624"/>
                  <a:pt x="60173" y="206595"/>
                  <a:pt x="62179" y="196566"/>
                </a:cubicBezTo>
                <a:lnTo>
                  <a:pt x="79228" y="111321"/>
                </a:lnTo>
                <a:lnTo>
                  <a:pt x="126364" y="111321"/>
                </a:lnTo>
                <a:lnTo>
                  <a:pt x="134387" y="72208"/>
                </a:lnTo>
                <a:lnTo>
                  <a:pt x="87251" y="72208"/>
                </a:lnTo>
                <a:lnTo>
                  <a:pt x="95275" y="15043"/>
                </a:lnTo>
                <a:close/>
                <a:moveTo>
                  <a:pt x="1804198" y="362043"/>
                </a:moveTo>
                <a:cubicBezTo>
                  <a:pt x="1843311" y="380095"/>
                  <a:pt x="1881421" y="372072"/>
                  <a:pt x="1909502" y="321927"/>
                </a:cubicBezTo>
                <a:lnTo>
                  <a:pt x="1909502" y="321927"/>
                </a:lnTo>
                <a:lnTo>
                  <a:pt x="2051912" y="68196"/>
                </a:lnTo>
                <a:lnTo>
                  <a:pt x="1997756" y="68196"/>
                </a:lnTo>
                <a:lnTo>
                  <a:pt x="1916522" y="226653"/>
                </a:lnTo>
                <a:lnTo>
                  <a:pt x="1896464" y="68196"/>
                </a:lnTo>
                <a:lnTo>
                  <a:pt x="1843311" y="68196"/>
                </a:lnTo>
                <a:lnTo>
                  <a:pt x="1881421" y="276797"/>
                </a:lnTo>
                <a:lnTo>
                  <a:pt x="1864372" y="309893"/>
                </a:lnTo>
                <a:cubicBezTo>
                  <a:pt x="1849328" y="334965"/>
                  <a:pt x="1823253" y="326942"/>
                  <a:pt x="1811218" y="319922"/>
                </a:cubicBezTo>
                <a:lnTo>
                  <a:pt x="1804198" y="362043"/>
                </a:lnTo>
                <a:close/>
                <a:moveTo>
                  <a:pt x="1734999" y="65188"/>
                </a:moveTo>
                <a:cubicBezTo>
                  <a:pt x="1644739" y="65188"/>
                  <a:pt x="1598606" y="145419"/>
                  <a:pt x="1598606" y="212612"/>
                </a:cubicBezTo>
                <a:cubicBezTo>
                  <a:pt x="1598606" y="250722"/>
                  <a:pt x="1617661" y="287829"/>
                  <a:pt x="1662791" y="287829"/>
                </a:cubicBezTo>
                <a:cubicBezTo>
                  <a:pt x="1690872" y="287829"/>
                  <a:pt x="1717950" y="273789"/>
                  <a:pt x="1733996" y="249719"/>
                </a:cubicBezTo>
                <a:lnTo>
                  <a:pt x="1729985" y="268774"/>
                </a:lnTo>
                <a:cubicBezTo>
                  <a:pt x="1719956" y="317916"/>
                  <a:pt x="1693881" y="333962"/>
                  <a:pt x="1660785" y="333962"/>
                </a:cubicBezTo>
                <a:cubicBezTo>
                  <a:pt x="1641730" y="333962"/>
                  <a:pt x="1622675" y="329950"/>
                  <a:pt x="1604623" y="320924"/>
                </a:cubicBezTo>
                <a:lnTo>
                  <a:pt x="1596600" y="362043"/>
                </a:lnTo>
                <a:cubicBezTo>
                  <a:pt x="1616658" y="370066"/>
                  <a:pt x="1637719" y="374077"/>
                  <a:pt x="1659782" y="374077"/>
                </a:cubicBezTo>
                <a:cubicBezTo>
                  <a:pt x="1687863" y="375080"/>
                  <a:pt x="1715944" y="367057"/>
                  <a:pt x="1739011" y="350008"/>
                </a:cubicBezTo>
                <a:cubicBezTo>
                  <a:pt x="1763080" y="329950"/>
                  <a:pt x="1775115" y="296855"/>
                  <a:pt x="1783138" y="255737"/>
                </a:cubicBezTo>
                <a:lnTo>
                  <a:pt x="1802192" y="159459"/>
                </a:lnTo>
                <a:cubicBezTo>
                  <a:pt x="1805201" y="147425"/>
                  <a:pt x="1806204" y="135390"/>
                  <a:pt x="1806204" y="122352"/>
                </a:cubicBezTo>
                <a:cubicBezTo>
                  <a:pt x="1806204" y="84243"/>
                  <a:pt x="1779126" y="65188"/>
                  <a:pt x="1734999" y="65188"/>
                </a:cubicBezTo>
                <a:lnTo>
                  <a:pt x="1734999" y="65188"/>
                </a:lnTo>
                <a:close/>
                <a:moveTo>
                  <a:pt x="1751045" y="156451"/>
                </a:moveTo>
                <a:lnTo>
                  <a:pt x="1747034" y="176508"/>
                </a:lnTo>
                <a:cubicBezTo>
                  <a:pt x="1738008" y="219633"/>
                  <a:pt x="1710929" y="246711"/>
                  <a:pt x="1684855" y="246711"/>
                </a:cubicBezTo>
                <a:cubicBezTo>
                  <a:pt x="1660785" y="246711"/>
                  <a:pt x="1650756" y="226653"/>
                  <a:pt x="1650756" y="203586"/>
                </a:cubicBezTo>
                <a:cubicBezTo>
                  <a:pt x="1650756" y="161465"/>
                  <a:pt x="1679840" y="104300"/>
                  <a:pt x="1724970" y="104300"/>
                </a:cubicBezTo>
                <a:cubicBezTo>
                  <a:pt x="1739011" y="102295"/>
                  <a:pt x="1752048" y="112324"/>
                  <a:pt x="1753051" y="126364"/>
                </a:cubicBezTo>
                <a:cubicBezTo>
                  <a:pt x="1753051" y="128370"/>
                  <a:pt x="1753051" y="129373"/>
                  <a:pt x="1753051" y="131378"/>
                </a:cubicBezTo>
                <a:cubicBezTo>
                  <a:pt x="1753051" y="139402"/>
                  <a:pt x="1752048" y="148427"/>
                  <a:pt x="1751045" y="156451"/>
                </a:cubicBezTo>
                <a:close/>
                <a:moveTo>
                  <a:pt x="2108074" y="238687"/>
                </a:moveTo>
                <a:cubicBezTo>
                  <a:pt x="2111083" y="214618"/>
                  <a:pt x="2094033" y="192555"/>
                  <a:pt x="2069964" y="190549"/>
                </a:cubicBezTo>
                <a:cubicBezTo>
                  <a:pt x="2067958" y="190549"/>
                  <a:pt x="2065953" y="190549"/>
                  <a:pt x="2063947" y="190549"/>
                </a:cubicBezTo>
                <a:cubicBezTo>
                  <a:pt x="2036869" y="191552"/>
                  <a:pt x="2013802" y="211610"/>
                  <a:pt x="2010794" y="239690"/>
                </a:cubicBezTo>
                <a:cubicBezTo>
                  <a:pt x="2007785" y="263760"/>
                  <a:pt x="2024834" y="284820"/>
                  <a:pt x="2048903" y="287829"/>
                </a:cubicBezTo>
                <a:cubicBezTo>
                  <a:pt x="2050909" y="287829"/>
                  <a:pt x="2052915" y="287829"/>
                  <a:pt x="2054921" y="287829"/>
                </a:cubicBezTo>
                <a:cubicBezTo>
                  <a:pt x="2081999" y="286826"/>
                  <a:pt x="2105065" y="265766"/>
                  <a:pt x="2108074" y="238687"/>
                </a:cubicBezTo>
                <a:close/>
                <a:moveTo>
                  <a:pt x="2101054" y="238687"/>
                </a:moveTo>
                <a:cubicBezTo>
                  <a:pt x="2098045" y="262757"/>
                  <a:pt x="2078990" y="280809"/>
                  <a:pt x="2054921" y="280809"/>
                </a:cubicBezTo>
                <a:cubicBezTo>
                  <a:pt x="2034863" y="280809"/>
                  <a:pt x="2017814" y="264763"/>
                  <a:pt x="2016811" y="244705"/>
                </a:cubicBezTo>
                <a:cubicBezTo>
                  <a:pt x="2016811" y="242699"/>
                  <a:pt x="2016811" y="241696"/>
                  <a:pt x="2016811" y="239690"/>
                </a:cubicBezTo>
                <a:cubicBezTo>
                  <a:pt x="2019820" y="215621"/>
                  <a:pt x="2038874" y="197569"/>
                  <a:pt x="2062944" y="197569"/>
                </a:cubicBezTo>
                <a:cubicBezTo>
                  <a:pt x="2083002" y="197569"/>
                  <a:pt x="2100051" y="213615"/>
                  <a:pt x="2101054" y="233673"/>
                </a:cubicBezTo>
                <a:cubicBezTo>
                  <a:pt x="2101054" y="234676"/>
                  <a:pt x="2101054" y="236682"/>
                  <a:pt x="2101054" y="238687"/>
                </a:cubicBezTo>
                <a:close/>
                <a:moveTo>
                  <a:pt x="2066955" y="244705"/>
                </a:moveTo>
                <a:lnTo>
                  <a:pt x="2074979" y="267771"/>
                </a:lnTo>
                <a:lnTo>
                  <a:pt x="2066955" y="267771"/>
                </a:lnTo>
                <a:lnTo>
                  <a:pt x="2058932" y="245708"/>
                </a:lnTo>
                <a:lnTo>
                  <a:pt x="2047900" y="245708"/>
                </a:lnTo>
                <a:lnTo>
                  <a:pt x="2043889" y="267771"/>
                </a:lnTo>
                <a:lnTo>
                  <a:pt x="2036869" y="267771"/>
                </a:lnTo>
                <a:lnTo>
                  <a:pt x="2047900" y="210607"/>
                </a:lnTo>
                <a:lnTo>
                  <a:pt x="2066955" y="210607"/>
                </a:lnTo>
                <a:cubicBezTo>
                  <a:pt x="2074979" y="210607"/>
                  <a:pt x="2081999" y="216624"/>
                  <a:pt x="2081999" y="224647"/>
                </a:cubicBezTo>
                <a:cubicBezTo>
                  <a:pt x="2081999" y="224647"/>
                  <a:pt x="2081999" y="224647"/>
                  <a:pt x="2081999" y="224647"/>
                </a:cubicBezTo>
                <a:cubicBezTo>
                  <a:pt x="2083002" y="233673"/>
                  <a:pt x="2075981" y="241696"/>
                  <a:pt x="2066955" y="244705"/>
                </a:cubicBezTo>
                <a:lnTo>
                  <a:pt x="2066955" y="244705"/>
                </a:lnTo>
                <a:close/>
                <a:moveTo>
                  <a:pt x="2066955" y="216624"/>
                </a:moveTo>
                <a:lnTo>
                  <a:pt x="2053918" y="216624"/>
                </a:lnTo>
                <a:lnTo>
                  <a:pt x="2049906" y="237685"/>
                </a:lnTo>
                <a:lnTo>
                  <a:pt x="2061941" y="237685"/>
                </a:lnTo>
                <a:cubicBezTo>
                  <a:pt x="2068961" y="237685"/>
                  <a:pt x="2073976" y="232670"/>
                  <a:pt x="2074979" y="226653"/>
                </a:cubicBezTo>
                <a:cubicBezTo>
                  <a:pt x="2075981" y="222641"/>
                  <a:pt x="2072973" y="217627"/>
                  <a:pt x="2068961" y="216624"/>
                </a:cubicBezTo>
                <a:cubicBezTo>
                  <a:pt x="2068961" y="216624"/>
                  <a:pt x="2067958" y="216624"/>
                  <a:pt x="2066955" y="216624"/>
                </a:cubicBezTo>
                <a:lnTo>
                  <a:pt x="2066955" y="216624"/>
                </a:lnTo>
                <a:close/>
              </a:path>
            </a:pathLst>
          </a:custGeom>
          <a:solidFill>
            <a:srgbClr val="FFFFFF"/>
          </a:solidFill>
          <a:ln w="10025" cap="flat">
            <a:noFill/>
            <a:prstDash val="solid"/>
            <a:miter/>
          </a:ln>
        </p:spPr>
        <p:txBody>
          <a:bodyPr rtlCol="0" anchor="ctr"/>
          <a:lstStyle/>
          <a:p>
            <a:endParaRPr lang="en-US" sz="506"/>
          </a:p>
        </p:txBody>
      </p:sp>
    </p:spTree>
    <p:extLst>
      <p:ext uri="{BB962C8B-B14F-4D97-AF65-F5344CB8AC3E}">
        <p14:creationId xmlns:p14="http://schemas.microsoft.com/office/powerpoint/2010/main" val="288329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5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5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Thank you ASIA">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6059979" y="0"/>
            <a:ext cx="308402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b="0" i="0">
              <a:latin typeface="Fira Sans ExtraLight" panose="020B03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6346767" y="233172"/>
            <a:ext cx="2520627" cy="46388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171450" rtl="0" eaLnBrk="1" fontAlgn="auto" latinLnBrk="0" hangingPunct="1">
              <a:lnSpc>
                <a:spcPct val="110000"/>
              </a:lnSpc>
              <a:spcBef>
                <a:spcPts val="225"/>
              </a:spcBef>
              <a:spcAft>
                <a:spcPts val="225"/>
              </a:spcAft>
              <a:buClrTx/>
              <a:buSzTx/>
              <a:buFontTx/>
              <a:buNone/>
              <a:tabLst/>
              <a:defRPr/>
            </a:pPr>
            <a:r>
              <a:rPr lang="en-US" sz="1125" b="0" i="0" kern="1200" cap="none" err="1">
                <a:solidFill>
                  <a:schemeClr val="bg2"/>
                </a:solidFill>
                <a:latin typeface="+mn-lt"/>
                <a:ea typeface="+mn-ea"/>
                <a:cs typeface="+mn-cs"/>
              </a:rPr>
              <a:t>www.rackspace.com</a:t>
            </a:r>
            <a:endParaRPr lang="en-US" sz="1125" b="0" i="0">
              <a:solidFill>
                <a:schemeClr val="bg2"/>
              </a:solidFill>
              <a:latin typeface="+mn-lt"/>
            </a:endParaRPr>
          </a:p>
          <a:p>
            <a:pPr marL="0" algn="l" defTabSz="171450" rtl="0" eaLnBrk="1" latinLnBrk="0" hangingPunct="1">
              <a:lnSpc>
                <a:spcPct val="100000"/>
              </a:lnSpc>
              <a:spcBef>
                <a:spcPts val="225"/>
              </a:spcBef>
              <a:spcAft>
                <a:spcPts val="0"/>
              </a:spcAft>
            </a:pPr>
            <a:r>
              <a:rPr lang="en-US" sz="1125" b="1" i="0">
                <a:solidFill>
                  <a:schemeClr val="tx1"/>
                </a:solidFill>
                <a:latin typeface="+mn-lt"/>
              </a:rPr>
              <a:t>United States: </a:t>
            </a:r>
            <a:r>
              <a:rPr lang="en-US" sz="1125" b="0" i="0">
                <a:solidFill>
                  <a:schemeClr val="tx1"/>
                </a:solidFill>
                <a:latin typeface="+mn-lt"/>
              </a:rPr>
              <a:t>1800 961 2888</a:t>
            </a:r>
          </a:p>
          <a:p>
            <a:pPr marL="0" algn="l" defTabSz="171450" rtl="0" eaLnBrk="1" latinLnBrk="0" hangingPunct="1">
              <a:lnSpc>
                <a:spcPct val="105000"/>
              </a:lnSpc>
              <a:spcBef>
                <a:spcPts val="0"/>
              </a:spcBef>
              <a:spcAft>
                <a:spcPts val="0"/>
              </a:spcAft>
            </a:pPr>
            <a:r>
              <a:rPr lang="en-US" sz="1125" b="1" i="0">
                <a:solidFill>
                  <a:schemeClr val="tx1"/>
                </a:solidFill>
                <a:latin typeface="+mn-lt"/>
              </a:rPr>
              <a:t>Argentina: </a:t>
            </a:r>
            <a:r>
              <a:rPr lang="en-US" sz="1125" b="0" i="0">
                <a:solidFill>
                  <a:schemeClr val="tx1"/>
                </a:solidFill>
                <a:latin typeface="+mn-lt"/>
              </a:rPr>
              <a:t>0800 999 1438</a:t>
            </a:r>
          </a:p>
          <a:p>
            <a:pPr marL="0" algn="l" defTabSz="171450" rtl="0" eaLnBrk="1" latinLnBrk="0" hangingPunct="1">
              <a:lnSpc>
                <a:spcPct val="105000"/>
              </a:lnSpc>
              <a:spcBef>
                <a:spcPts val="0"/>
              </a:spcBef>
              <a:spcAft>
                <a:spcPts val="0"/>
              </a:spcAft>
            </a:pPr>
            <a:r>
              <a:rPr lang="en-US" sz="1125" b="1" i="0">
                <a:solidFill>
                  <a:schemeClr val="tx1"/>
                </a:solidFill>
                <a:latin typeface="+mn-lt"/>
              </a:rPr>
              <a:t>Australia: </a:t>
            </a:r>
            <a:r>
              <a:rPr lang="en-US" sz="1125" b="0" i="0">
                <a:solidFill>
                  <a:schemeClr val="tx1"/>
                </a:solidFill>
                <a:latin typeface="+mn-lt"/>
              </a:rPr>
              <a:t>1800 722 577</a:t>
            </a:r>
          </a:p>
          <a:p>
            <a:pPr marL="0" algn="l" defTabSz="171450" rtl="0" eaLnBrk="1" latinLnBrk="0" hangingPunct="1">
              <a:lnSpc>
                <a:spcPct val="105000"/>
              </a:lnSpc>
              <a:spcBef>
                <a:spcPts val="0"/>
              </a:spcBef>
              <a:spcAft>
                <a:spcPts val="0"/>
              </a:spcAft>
            </a:pPr>
            <a:r>
              <a:rPr lang="en-US" sz="1125" b="1" i="0">
                <a:solidFill>
                  <a:schemeClr val="tx1"/>
                </a:solidFill>
                <a:latin typeface="+mn-lt"/>
              </a:rPr>
              <a:t>Brazil: </a:t>
            </a:r>
            <a:r>
              <a:rPr lang="en-US" sz="1125" b="0" i="0">
                <a:solidFill>
                  <a:schemeClr val="tx1"/>
                </a:solidFill>
                <a:latin typeface="+mn-lt"/>
              </a:rPr>
              <a:t>0800 020 1543</a:t>
            </a:r>
          </a:p>
          <a:p>
            <a:pPr marL="0" algn="l" defTabSz="171450" rtl="0" eaLnBrk="1" latinLnBrk="0" hangingPunct="1">
              <a:lnSpc>
                <a:spcPct val="105000"/>
              </a:lnSpc>
              <a:spcBef>
                <a:spcPts val="0"/>
              </a:spcBef>
              <a:spcAft>
                <a:spcPts val="0"/>
              </a:spcAft>
            </a:pPr>
            <a:r>
              <a:rPr lang="en-US" sz="1125" b="1" i="0">
                <a:solidFill>
                  <a:schemeClr val="tx1"/>
                </a:solidFill>
                <a:latin typeface="+mn-lt"/>
              </a:rPr>
              <a:t>Canada: </a:t>
            </a:r>
            <a:r>
              <a:rPr lang="en-US" sz="1125" b="0" i="0">
                <a:solidFill>
                  <a:schemeClr val="tx1"/>
                </a:solidFill>
                <a:latin typeface="+mn-lt"/>
              </a:rPr>
              <a:t>1800 741 0054</a:t>
            </a:r>
          </a:p>
          <a:p>
            <a:pPr marL="0" algn="l" defTabSz="171450" rtl="0" eaLnBrk="1" latinLnBrk="0" hangingPunct="1">
              <a:lnSpc>
                <a:spcPct val="105000"/>
              </a:lnSpc>
              <a:spcBef>
                <a:spcPts val="0"/>
              </a:spcBef>
              <a:spcAft>
                <a:spcPts val="0"/>
              </a:spcAft>
            </a:pPr>
            <a:r>
              <a:rPr lang="en-US" sz="1125" b="1" i="0">
                <a:solidFill>
                  <a:schemeClr val="tx1"/>
                </a:solidFill>
                <a:latin typeface="+mn-lt"/>
              </a:rPr>
              <a:t>Chile: </a:t>
            </a:r>
            <a:r>
              <a:rPr lang="en-US" sz="1125" b="0" i="0">
                <a:solidFill>
                  <a:schemeClr val="tx1"/>
                </a:solidFill>
                <a:latin typeface="+mn-lt"/>
              </a:rPr>
              <a:t>1230 020 7920</a:t>
            </a:r>
          </a:p>
          <a:p>
            <a:pPr marL="0" algn="l" defTabSz="171450" rtl="0" eaLnBrk="1" latinLnBrk="0" hangingPunct="1">
              <a:lnSpc>
                <a:spcPct val="105000"/>
              </a:lnSpc>
              <a:spcBef>
                <a:spcPts val="0"/>
              </a:spcBef>
              <a:spcAft>
                <a:spcPts val="0"/>
              </a:spcAft>
            </a:pPr>
            <a:r>
              <a:rPr lang="en-US" sz="1125" b="1" i="0">
                <a:solidFill>
                  <a:schemeClr val="tx1"/>
                </a:solidFill>
                <a:latin typeface="+mn-lt"/>
              </a:rPr>
              <a:t>Colombia: </a:t>
            </a:r>
            <a:r>
              <a:rPr lang="en-US" sz="1125" b="0" i="0">
                <a:solidFill>
                  <a:schemeClr val="tx1"/>
                </a:solidFill>
                <a:latin typeface="+mn-lt"/>
              </a:rPr>
              <a:t>01800 518 4577</a:t>
            </a:r>
          </a:p>
          <a:p>
            <a:pPr marL="0" algn="l" defTabSz="171450" rtl="0" eaLnBrk="1" latinLnBrk="0" hangingPunct="1">
              <a:lnSpc>
                <a:spcPct val="105000"/>
              </a:lnSpc>
              <a:spcBef>
                <a:spcPts val="0"/>
              </a:spcBef>
              <a:spcAft>
                <a:spcPts val="0"/>
              </a:spcAft>
            </a:pPr>
            <a:r>
              <a:rPr lang="en-US" sz="1125" b="1" i="0">
                <a:solidFill>
                  <a:schemeClr val="tx1"/>
                </a:solidFill>
                <a:latin typeface="+mn-lt"/>
              </a:rPr>
              <a:t>EMEA: </a:t>
            </a:r>
            <a:r>
              <a:rPr lang="en-US" sz="1125" b="0" i="0">
                <a:solidFill>
                  <a:schemeClr val="tx1"/>
                </a:solidFill>
                <a:latin typeface="+mn-lt"/>
              </a:rPr>
              <a:t>+44 1473 760 226</a:t>
            </a:r>
          </a:p>
          <a:p>
            <a:pPr marL="0" algn="l" defTabSz="171450" rtl="0" eaLnBrk="1" latinLnBrk="0" hangingPunct="1">
              <a:lnSpc>
                <a:spcPct val="105000"/>
              </a:lnSpc>
              <a:spcBef>
                <a:spcPts val="0"/>
              </a:spcBef>
              <a:spcAft>
                <a:spcPts val="0"/>
              </a:spcAft>
            </a:pPr>
            <a:r>
              <a:rPr lang="en-US" sz="1125" b="1" i="0">
                <a:solidFill>
                  <a:schemeClr val="tx1"/>
                </a:solidFill>
                <a:latin typeface="+mn-lt"/>
              </a:rPr>
              <a:t>India: </a:t>
            </a:r>
            <a:r>
              <a:rPr lang="en-US" sz="1125" b="0" i="0">
                <a:solidFill>
                  <a:schemeClr val="tx1"/>
                </a:solidFill>
                <a:latin typeface="+mn-lt"/>
              </a:rPr>
              <a:t>000800 100 8796</a:t>
            </a:r>
          </a:p>
          <a:p>
            <a:pPr marL="0" algn="l" defTabSz="171450" rtl="0" eaLnBrk="1" latinLnBrk="0" hangingPunct="1">
              <a:lnSpc>
                <a:spcPct val="105000"/>
              </a:lnSpc>
              <a:spcBef>
                <a:spcPts val="0"/>
              </a:spcBef>
              <a:spcAft>
                <a:spcPts val="0"/>
              </a:spcAft>
            </a:pPr>
            <a:r>
              <a:rPr lang="en-US" sz="1125" b="1" i="0">
                <a:solidFill>
                  <a:schemeClr val="tx1"/>
                </a:solidFill>
                <a:latin typeface="+mn-lt"/>
              </a:rPr>
              <a:t>Germany: </a:t>
            </a:r>
            <a:r>
              <a:rPr lang="en-US" sz="1125" b="0" i="0">
                <a:solidFill>
                  <a:schemeClr val="tx1"/>
                </a:solidFill>
                <a:latin typeface="+mn-lt"/>
              </a:rPr>
              <a:t>0800 723 8997</a:t>
            </a:r>
          </a:p>
          <a:p>
            <a:pPr marL="0" algn="l" defTabSz="171450" rtl="0" eaLnBrk="1" latinLnBrk="0" hangingPunct="1">
              <a:lnSpc>
                <a:spcPct val="105000"/>
              </a:lnSpc>
              <a:spcBef>
                <a:spcPts val="0"/>
              </a:spcBef>
              <a:spcAft>
                <a:spcPts val="0"/>
              </a:spcAft>
            </a:pPr>
            <a:r>
              <a:rPr lang="en-US" sz="1125" b="1" i="0">
                <a:solidFill>
                  <a:schemeClr val="tx1"/>
                </a:solidFill>
                <a:latin typeface="+mn-lt"/>
              </a:rPr>
              <a:t>Hong Kong: </a:t>
            </a:r>
            <a:r>
              <a:rPr lang="en-US" sz="1125" b="0" i="0">
                <a:solidFill>
                  <a:schemeClr val="tx1"/>
                </a:solidFill>
                <a:latin typeface="+mn-lt"/>
              </a:rPr>
              <a:t>800 900 330</a:t>
            </a:r>
          </a:p>
          <a:p>
            <a:pPr marL="0" algn="l" defTabSz="171450" rtl="0" eaLnBrk="1" latinLnBrk="0" hangingPunct="1">
              <a:lnSpc>
                <a:spcPct val="105000"/>
              </a:lnSpc>
              <a:spcBef>
                <a:spcPts val="0"/>
              </a:spcBef>
              <a:spcAft>
                <a:spcPts val="0"/>
              </a:spcAft>
            </a:pPr>
            <a:r>
              <a:rPr lang="en-US" sz="1125" b="1" i="0">
                <a:solidFill>
                  <a:schemeClr val="tx1"/>
                </a:solidFill>
                <a:latin typeface="+mn-lt"/>
              </a:rPr>
              <a:t>Malaysia: </a:t>
            </a:r>
            <a:r>
              <a:rPr lang="en-US" sz="1125" b="0" i="0">
                <a:solidFill>
                  <a:schemeClr val="tx1"/>
                </a:solidFill>
                <a:latin typeface="+mn-lt"/>
              </a:rPr>
              <a:t>+1800 812620</a:t>
            </a:r>
          </a:p>
          <a:p>
            <a:pPr marL="0" algn="l" defTabSz="171450" rtl="0" eaLnBrk="1" latinLnBrk="0" hangingPunct="1">
              <a:lnSpc>
                <a:spcPct val="105000"/>
              </a:lnSpc>
              <a:spcBef>
                <a:spcPts val="0"/>
              </a:spcBef>
              <a:spcAft>
                <a:spcPts val="0"/>
              </a:spcAft>
            </a:pPr>
            <a:r>
              <a:rPr lang="en-US" sz="1125" b="1" i="0">
                <a:solidFill>
                  <a:schemeClr val="tx1"/>
                </a:solidFill>
                <a:latin typeface="+mn-lt"/>
              </a:rPr>
              <a:t>Mexico: </a:t>
            </a:r>
            <a:r>
              <a:rPr lang="en-US" sz="1125" b="0" i="0">
                <a:solidFill>
                  <a:schemeClr val="tx1"/>
                </a:solidFill>
                <a:latin typeface="+mn-lt"/>
              </a:rPr>
              <a:t>800 099 0352</a:t>
            </a:r>
          </a:p>
          <a:p>
            <a:pPr marL="0" algn="l" defTabSz="171450" rtl="0" eaLnBrk="1" latinLnBrk="0" hangingPunct="1">
              <a:lnSpc>
                <a:spcPct val="105000"/>
              </a:lnSpc>
              <a:spcBef>
                <a:spcPts val="0"/>
              </a:spcBef>
              <a:spcAft>
                <a:spcPts val="0"/>
              </a:spcAft>
            </a:pPr>
            <a:r>
              <a:rPr lang="en-US" sz="1125" b="1" i="0">
                <a:solidFill>
                  <a:schemeClr val="tx1"/>
                </a:solidFill>
                <a:latin typeface="+mn-lt"/>
              </a:rPr>
              <a:t>New Zealand: </a:t>
            </a:r>
            <a:r>
              <a:rPr lang="en-US" sz="1125" b="0" i="0">
                <a:solidFill>
                  <a:schemeClr val="tx1"/>
                </a:solidFill>
                <a:latin typeface="+mn-lt"/>
              </a:rPr>
              <a:t>0800 451 613</a:t>
            </a:r>
          </a:p>
          <a:p>
            <a:pPr marL="0" algn="l" defTabSz="171450" rtl="0" eaLnBrk="1" latinLnBrk="0" hangingPunct="1">
              <a:lnSpc>
                <a:spcPct val="105000"/>
              </a:lnSpc>
              <a:spcBef>
                <a:spcPts val="0"/>
              </a:spcBef>
              <a:spcAft>
                <a:spcPts val="0"/>
              </a:spcAft>
            </a:pPr>
            <a:r>
              <a:rPr lang="en-US" sz="1125" b="1" i="0">
                <a:solidFill>
                  <a:schemeClr val="tx1"/>
                </a:solidFill>
                <a:latin typeface="+mn-lt"/>
              </a:rPr>
              <a:t>Peru: </a:t>
            </a:r>
            <a:r>
              <a:rPr lang="en-US" sz="1125" b="0" i="0">
                <a:solidFill>
                  <a:schemeClr val="tx1"/>
                </a:solidFill>
                <a:latin typeface="+mn-lt"/>
              </a:rPr>
              <a:t>0800 55413</a:t>
            </a:r>
          </a:p>
          <a:p>
            <a:pPr marL="0" algn="l" defTabSz="171450" rtl="0" eaLnBrk="1" latinLnBrk="0" hangingPunct="1">
              <a:lnSpc>
                <a:spcPct val="105000"/>
              </a:lnSpc>
              <a:spcBef>
                <a:spcPts val="0"/>
              </a:spcBef>
              <a:spcAft>
                <a:spcPts val="0"/>
              </a:spcAft>
            </a:pPr>
            <a:r>
              <a:rPr lang="en-US" sz="1125" b="1" i="0">
                <a:solidFill>
                  <a:schemeClr val="tx1"/>
                </a:solidFill>
                <a:latin typeface="+mn-lt"/>
              </a:rPr>
              <a:t>Philippines: </a:t>
            </a:r>
            <a:r>
              <a:rPr lang="en-US" sz="1125" b="0" i="0">
                <a:solidFill>
                  <a:schemeClr val="tx1"/>
                </a:solidFill>
                <a:latin typeface="+mn-lt"/>
              </a:rPr>
              <a:t>1800 111 01 468</a:t>
            </a:r>
          </a:p>
          <a:p>
            <a:pPr marL="0" algn="l" defTabSz="171450" rtl="0" eaLnBrk="1" latinLnBrk="0" hangingPunct="1">
              <a:lnSpc>
                <a:spcPct val="105000"/>
              </a:lnSpc>
              <a:spcBef>
                <a:spcPts val="0"/>
              </a:spcBef>
              <a:spcAft>
                <a:spcPts val="0"/>
              </a:spcAft>
            </a:pPr>
            <a:r>
              <a:rPr lang="en-US" sz="1125" b="1" i="0">
                <a:solidFill>
                  <a:schemeClr val="tx1"/>
                </a:solidFill>
                <a:latin typeface="+mn-lt"/>
              </a:rPr>
              <a:t>Singapore: </a:t>
            </a:r>
            <a:r>
              <a:rPr lang="en-US" sz="1125" b="0" i="0">
                <a:solidFill>
                  <a:schemeClr val="tx1"/>
                </a:solidFill>
                <a:latin typeface="+mn-lt"/>
              </a:rPr>
              <a:t>+65 6428 6102</a:t>
            </a:r>
          </a:p>
          <a:p>
            <a:pPr marL="0" algn="l" defTabSz="171450" rtl="0" eaLnBrk="1" latinLnBrk="0" hangingPunct="1">
              <a:lnSpc>
                <a:spcPct val="105000"/>
              </a:lnSpc>
              <a:spcBef>
                <a:spcPts val="0"/>
              </a:spcBef>
              <a:spcAft>
                <a:spcPts val="0"/>
              </a:spcAft>
            </a:pPr>
            <a:r>
              <a:rPr lang="en-US" sz="1125" b="1" i="0">
                <a:solidFill>
                  <a:schemeClr val="tx1"/>
                </a:solidFill>
                <a:latin typeface="+mn-lt"/>
              </a:rPr>
              <a:t>Venezuela: </a:t>
            </a:r>
            <a:r>
              <a:rPr lang="en-US" sz="1125" b="0" i="0">
                <a:solidFill>
                  <a:schemeClr val="tx1"/>
                </a:solidFill>
                <a:latin typeface="+mn-lt"/>
              </a:rPr>
              <a:t>800 136 2342</a:t>
            </a:r>
          </a:p>
          <a:p>
            <a:pPr marL="0" algn="l" defTabSz="171450" rtl="0" eaLnBrk="1" latinLnBrk="0" hangingPunct="1">
              <a:lnSpc>
                <a:spcPct val="105000"/>
              </a:lnSpc>
              <a:spcBef>
                <a:spcPts val="0"/>
              </a:spcBef>
              <a:spcAft>
                <a:spcPts val="0"/>
              </a:spcAft>
            </a:pPr>
            <a:r>
              <a:rPr lang="en-US" sz="1125" b="1" i="0">
                <a:solidFill>
                  <a:schemeClr val="tx1"/>
                </a:solidFill>
                <a:latin typeface="+mn-lt"/>
              </a:rPr>
              <a:t>UAE: </a:t>
            </a:r>
            <a:r>
              <a:rPr lang="en-US" sz="1125" b="0" i="0">
                <a:solidFill>
                  <a:schemeClr val="tx1"/>
                </a:solidFill>
                <a:latin typeface="+mn-lt"/>
              </a:rPr>
              <a:t>1 716 559 9881</a:t>
            </a:r>
          </a:p>
          <a:p>
            <a:pPr marL="0" algn="l" defTabSz="171450" rtl="0" eaLnBrk="1" latinLnBrk="0" hangingPunct="1">
              <a:lnSpc>
                <a:spcPct val="105000"/>
              </a:lnSpc>
              <a:spcBef>
                <a:spcPts val="0"/>
              </a:spcBef>
              <a:spcAft>
                <a:spcPts val="0"/>
              </a:spcAft>
            </a:pPr>
            <a:r>
              <a:rPr lang="en-US" sz="1125" b="1" i="0">
                <a:solidFill>
                  <a:schemeClr val="tx1"/>
                </a:solidFill>
                <a:latin typeface="+mn-lt"/>
              </a:rPr>
              <a:t>United Kingdom: </a:t>
            </a:r>
            <a:r>
              <a:rPr lang="en-US" sz="1125" b="0" i="0">
                <a:solidFill>
                  <a:schemeClr val="tx1"/>
                </a:solidFill>
                <a:latin typeface="+mn-lt"/>
              </a:rPr>
              <a:t>0800 988 0100</a:t>
            </a:r>
            <a:endParaRPr kumimoji="0" lang="en-US" sz="450" b="0" i="0" u="none" strike="noStrike" kern="1200" cap="none" spc="0" normalizeH="0" baseline="0" noProof="0">
              <a:ln>
                <a:noFill/>
              </a:ln>
              <a:solidFill>
                <a:schemeClr val="tx1"/>
              </a:solidFill>
              <a:effectLst/>
              <a:uLnTx/>
              <a:uFillTx/>
              <a:latin typeface="+mn-lt"/>
              <a:ea typeface="+mn-ea"/>
              <a:cs typeface="+mn-cs"/>
            </a:endParaRPr>
          </a:p>
          <a:p>
            <a:pPr marL="0" marR="0" lvl="0" indent="0" algn="l" defTabSz="171450" rtl="0" eaLnBrk="1" fontAlgn="auto" latinLnBrk="0" hangingPunct="1">
              <a:lnSpc>
                <a:spcPct val="110000"/>
              </a:lnSpc>
              <a:spcBef>
                <a:spcPts val="225"/>
              </a:spcBef>
              <a:spcAft>
                <a:spcPts val="225"/>
              </a:spcAft>
              <a:buClrTx/>
              <a:buSzTx/>
              <a:buFontTx/>
              <a:buNone/>
              <a:tabLst/>
              <a:defRPr sz="1400" b="1">
                <a:solidFill>
                  <a:srgbClr val="2E3238"/>
                </a:solidFill>
              </a:defRPr>
            </a:pPr>
            <a:endParaRPr kumimoji="0" lang="en-US" sz="450" b="0" i="0" u="none" strike="noStrike" kern="1200" cap="none" spc="0" normalizeH="0" baseline="0" noProof="0">
              <a:ln>
                <a:noFill/>
              </a:ln>
              <a:solidFill>
                <a:schemeClr val="tx1"/>
              </a:solidFill>
              <a:effectLst/>
              <a:uLnTx/>
              <a:uFillTx/>
              <a:latin typeface="Fira Sans ExtraLight" panose="020B0303050000020004" pitchFamily="34" charset="0"/>
              <a:ea typeface="+mn-ea"/>
              <a:cs typeface="+mn-cs"/>
            </a:endParaRPr>
          </a:p>
          <a:p>
            <a:pPr marL="0" marR="0" lvl="0" indent="0" algn="l" defTabSz="171450" rtl="0" eaLnBrk="1" fontAlgn="auto" latinLnBrk="0" hangingPunct="1">
              <a:lnSpc>
                <a:spcPct val="110000"/>
              </a:lnSpc>
              <a:spcBef>
                <a:spcPts val="225"/>
              </a:spcBef>
              <a:spcAft>
                <a:spcPts val="225"/>
              </a:spcAft>
              <a:buClrTx/>
              <a:buSzTx/>
              <a:buFontTx/>
              <a:buNone/>
              <a:tabLst/>
              <a:defRPr sz="1400" b="1">
                <a:solidFill>
                  <a:srgbClr val="2E3238"/>
                </a:solidFill>
              </a:defRPr>
            </a:pPr>
            <a:r>
              <a:rPr kumimoji="0" lang="en-US" sz="450" b="0" i="0" u="none" strike="noStrike" kern="1200" cap="none" spc="0" normalizeH="0" baseline="0" noProof="0">
                <a:ln>
                  <a:noFill/>
                </a:ln>
                <a:solidFill>
                  <a:schemeClr val="tx1"/>
                </a:solidFill>
                <a:effectLst/>
                <a:uLnTx/>
                <a:uFillTx/>
                <a:latin typeface="Fira Sans ExtraLight" panose="020B0303050000020004" pitchFamily="34" charset="0"/>
                <a:ea typeface="+mn-ea"/>
                <a:cs typeface="+mn-cs"/>
              </a:rPr>
              <a:t>© Rackspace | Rackspace® Fanatical Support® and other Rackspace marks are either registered service marks or service marks of Rackspace US, Inc. in the United States and other countries. Features, 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338" b="0" i="0">
              <a:solidFill>
                <a:schemeClr val="tx1"/>
              </a:solidFill>
              <a:latin typeface="Fira Sans ExtraLight" panose="020B03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5927" y="4377907"/>
            <a:ext cx="1831086" cy="567637"/>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23243" y="105480"/>
            <a:ext cx="4270176" cy="773289"/>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685800" rtl="0" eaLnBrk="1" latinLnBrk="0" hangingPunct="1">
              <a:lnSpc>
                <a:spcPct val="100000"/>
              </a:lnSpc>
              <a:spcBef>
                <a:spcPct val="0"/>
              </a:spcBef>
              <a:buNone/>
            </a:pPr>
            <a:r>
              <a:rPr lang="en-US" sz="5025" b="0" i="0" kern="1200">
                <a:ln w="9525">
                  <a:noFill/>
                </a:ln>
                <a:solidFill>
                  <a:schemeClr val="bg1"/>
                </a:solidFill>
                <a:latin typeface="+mj-lt"/>
                <a:ea typeface="+mj-ea"/>
                <a:cs typeface="+mj-cs"/>
              </a:rPr>
              <a:t>Thank you</a:t>
            </a:r>
          </a:p>
        </p:txBody>
      </p:sp>
    </p:spTree>
    <p:extLst>
      <p:ext uri="{BB962C8B-B14F-4D97-AF65-F5344CB8AC3E}">
        <p14:creationId xmlns:p14="http://schemas.microsoft.com/office/powerpoint/2010/main" val="23155752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71463" y="1042988"/>
            <a:ext cx="8601075" cy="1308050"/>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2" y="201442"/>
            <a:ext cx="8621666" cy="374205"/>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53794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71463" y="1042988"/>
            <a:ext cx="8601075" cy="1308050"/>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2" y="201442"/>
            <a:ext cx="8621666" cy="374205"/>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806771"/>
            <a:ext cx="9144000" cy="55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3657E8F0-A442-6FD1-D8C8-E11148C553F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70324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71463" y="1402336"/>
            <a:ext cx="8601075" cy="1308050"/>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2" y="201442"/>
            <a:ext cx="8621666" cy="374189"/>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28159" y="1042988"/>
            <a:ext cx="8601075" cy="219291"/>
          </a:xfrm>
        </p:spPr>
        <p:txBody>
          <a:bodyPr/>
          <a:lstStyle>
            <a:lvl1pPr marL="0" indent="0">
              <a:buNone/>
              <a:defRPr sz="1425" b="1"/>
            </a:lvl1pPr>
            <a:lvl2pPr marL="21252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915116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250872" y="201442"/>
            <a:ext cx="8621666" cy="374205"/>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DC368DA0-0343-0C84-F7F1-9955C993936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058497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250873" y="201442"/>
            <a:ext cx="2113121" cy="1161344"/>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
        <p:nvSpPr>
          <p:cNvPr id="3" name="Picture Placeholder 3">
            <a:extLst>
              <a:ext uri="{FF2B5EF4-FFF2-40B4-BE49-F238E27FC236}">
                <a16:creationId xmlns:a16="http://schemas.microsoft.com/office/drawing/2014/main" id="{B22941CD-3706-4648-F497-A5C41764F3A9}"/>
              </a:ext>
            </a:extLst>
          </p:cNvPr>
          <p:cNvSpPr>
            <a:spLocks noGrp="1" noChangeAspect="1"/>
          </p:cNvSpPr>
          <p:nvPr>
            <p:ph type="pic" sz="quarter" idx="10"/>
          </p:nvPr>
        </p:nvSpPr>
        <p:spPr>
          <a:xfrm>
            <a:off x="2428875" y="271462"/>
            <a:ext cx="1080000" cy="292135"/>
          </a:xfrm>
          <a:prstGeom prst="ellipse">
            <a:avLst/>
          </a:prstGeom>
          <a:solidFill>
            <a:schemeClr val="bg1">
              <a:lumMod val="95000"/>
            </a:schemeClr>
          </a:solidFill>
          <a:ln>
            <a:solidFill>
              <a:schemeClr val="accent1"/>
            </a:solidFill>
          </a:ln>
        </p:spPr>
        <p:txBody>
          <a:bodyPr/>
          <a:lstStyle/>
          <a:p>
            <a:endParaRPr lang="en-US"/>
          </a:p>
        </p:txBody>
      </p:sp>
      <p:sp>
        <p:nvSpPr>
          <p:cNvPr id="4" name="Text Placeholder 6">
            <a:extLst>
              <a:ext uri="{FF2B5EF4-FFF2-40B4-BE49-F238E27FC236}">
                <a16:creationId xmlns:a16="http://schemas.microsoft.com/office/drawing/2014/main" id="{FD0677A4-D11B-77E9-6AB0-4B31F7F876DD}"/>
              </a:ext>
            </a:extLst>
          </p:cNvPr>
          <p:cNvSpPr>
            <a:spLocks noGrp="1"/>
          </p:cNvSpPr>
          <p:nvPr>
            <p:ph type="body" sz="quarter" idx="11" hasCustomPrompt="1"/>
          </p:nvPr>
        </p:nvSpPr>
        <p:spPr>
          <a:xfrm>
            <a:off x="2428875" y="1428751"/>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5" name="Text Placeholder 6">
            <a:extLst>
              <a:ext uri="{FF2B5EF4-FFF2-40B4-BE49-F238E27FC236}">
                <a16:creationId xmlns:a16="http://schemas.microsoft.com/office/drawing/2014/main" id="{B98A0B79-C251-AB61-F703-F68CF6AFF88C}"/>
              </a:ext>
            </a:extLst>
          </p:cNvPr>
          <p:cNvSpPr>
            <a:spLocks noGrp="1"/>
          </p:cNvSpPr>
          <p:nvPr>
            <p:ph type="body" sz="quarter" idx="12" hasCustomPrompt="1"/>
          </p:nvPr>
        </p:nvSpPr>
        <p:spPr>
          <a:xfrm>
            <a:off x="2428875" y="1711139"/>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7" name="Picture Placeholder 3">
            <a:extLst>
              <a:ext uri="{FF2B5EF4-FFF2-40B4-BE49-F238E27FC236}">
                <a16:creationId xmlns:a16="http://schemas.microsoft.com/office/drawing/2014/main" id="{B2BA89CA-9D12-B949-5E3D-BB756EBD36F0}"/>
              </a:ext>
            </a:extLst>
          </p:cNvPr>
          <p:cNvSpPr>
            <a:spLocks noGrp="1" noChangeAspect="1"/>
          </p:cNvSpPr>
          <p:nvPr>
            <p:ph type="pic" sz="quarter" idx="13"/>
          </p:nvPr>
        </p:nvSpPr>
        <p:spPr>
          <a:xfrm>
            <a:off x="4089296" y="271462"/>
            <a:ext cx="1080000" cy="292135"/>
          </a:xfrm>
          <a:prstGeom prst="ellipse">
            <a:avLst/>
          </a:prstGeom>
          <a:solidFill>
            <a:schemeClr val="bg1">
              <a:lumMod val="95000"/>
            </a:schemeClr>
          </a:solidFill>
          <a:ln>
            <a:solidFill>
              <a:schemeClr val="accent1"/>
            </a:solidFill>
          </a:ln>
        </p:spPr>
        <p:txBody>
          <a:bodyPr/>
          <a:lstStyle/>
          <a:p>
            <a:endParaRPr lang="en-US"/>
          </a:p>
        </p:txBody>
      </p:sp>
      <p:sp>
        <p:nvSpPr>
          <p:cNvPr id="10" name="Text Placeholder 6">
            <a:extLst>
              <a:ext uri="{FF2B5EF4-FFF2-40B4-BE49-F238E27FC236}">
                <a16:creationId xmlns:a16="http://schemas.microsoft.com/office/drawing/2014/main" id="{6256245C-BC5C-EE21-8C76-FBA9B0539B24}"/>
              </a:ext>
            </a:extLst>
          </p:cNvPr>
          <p:cNvSpPr>
            <a:spLocks noGrp="1"/>
          </p:cNvSpPr>
          <p:nvPr>
            <p:ph type="body" sz="quarter" idx="14" hasCustomPrompt="1"/>
          </p:nvPr>
        </p:nvSpPr>
        <p:spPr>
          <a:xfrm>
            <a:off x="4089296" y="1428751"/>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11" name="Text Placeholder 6">
            <a:extLst>
              <a:ext uri="{FF2B5EF4-FFF2-40B4-BE49-F238E27FC236}">
                <a16:creationId xmlns:a16="http://schemas.microsoft.com/office/drawing/2014/main" id="{5BD4185A-5465-863F-4745-FA6B0D1B072B}"/>
              </a:ext>
            </a:extLst>
          </p:cNvPr>
          <p:cNvSpPr>
            <a:spLocks noGrp="1"/>
          </p:cNvSpPr>
          <p:nvPr>
            <p:ph type="body" sz="quarter" idx="15" hasCustomPrompt="1"/>
          </p:nvPr>
        </p:nvSpPr>
        <p:spPr>
          <a:xfrm>
            <a:off x="4089296" y="1711139"/>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2" name="Picture Placeholder 3">
            <a:extLst>
              <a:ext uri="{FF2B5EF4-FFF2-40B4-BE49-F238E27FC236}">
                <a16:creationId xmlns:a16="http://schemas.microsoft.com/office/drawing/2014/main" id="{1F70D95A-435F-5E57-E4DF-4BECF87B2FA8}"/>
              </a:ext>
            </a:extLst>
          </p:cNvPr>
          <p:cNvSpPr>
            <a:spLocks noGrp="1" noChangeAspect="1"/>
          </p:cNvSpPr>
          <p:nvPr>
            <p:ph type="pic" sz="quarter" idx="16"/>
          </p:nvPr>
        </p:nvSpPr>
        <p:spPr>
          <a:xfrm>
            <a:off x="5749716" y="271462"/>
            <a:ext cx="1080000" cy="292135"/>
          </a:xfrm>
          <a:prstGeom prst="ellipse">
            <a:avLst/>
          </a:prstGeom>
          <a:solidFill>
            <a:schemeClr val="bg1">
              <a:lumMod val="95000"/>
            </a:schemeClr>
          </a:solidFill>
          <a:ln>
            <a:solidFill>
              <a:schemeClr val="accent1"/>
            </a:solidFill>
          </a:ln>
        </p:spPr>
        <p:txBody>
          <a:bodyPr/>
          <a:lstStyle/>
          <a:p>
            <a:endParaRPr lang="en-US"/>
          </a:p>
        </p:txBody>
      </p:sp>
      <p:sp>
        <p:nvSpPr>
          <p:cNvPr id="13" name="Text Placeholder 6">
            <a:extLst>
              <a:ext uri="{FF2B5EF4-FFF2-40B4-BE49-F238E27FC236}">
                <a16:creationId xmlns:a16="http://schemas.microsoft.com/office/drawing/2014/main" id="{F4CF8B56-A178-14B5-6C86-29BB6F713994}"/>
              </a:ext>
            </a:extLst>
          </p:cNvPr>
          <p:cNvSpPr>
            <a:spLocks noGrp="1"/>
          </p:cNvSpPr>
          <p:nvPr>
            <p:ph type="body" sz="quarter" idx="17" hasCustomPrompt="1"/>
          </p:nvPr>
        </p:nvSpPr>
        <p:spPr>
          <a:xfrm>
            <a:off x="5749716" y="1428751"/>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14" name="Text Placeholder 6">
            <a:extLst>
              <a:ext uri="{FF2B5EF4-FFF2-40B4-BE49-F238E27FC236}">
                <a16:creationId xmlns:a16="http://schemas.microsoft.com/office/drawing/2014/main" id="{05758F23-E9DF-E180-BB11-4C10009CADC8}"/>
              </a:ext>
            </a:extLst>
          </p:cNvPr>
          <p:cNvSpPr>
            <a:spLocks noGrp="1"/>
          </p:cNvSpPr>
          <p:nvPr>
            <p:ph type="body" sz="quarter" idx="18" hasCustomPrompt="1"/>
          </p:nvPr>
        </p:nvSpPr>
        <p:spPr>
          <a:xfrm>
            <a:off x="5749716" y="1711139"/>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5" name="Picture Placeholder 3">
            <a:extLst>
              <a:ext uri="{FF2B5EF4-FFF2-40B4-BE49-F238E27FC236}">
                <a16:creationId xmlns:a16="http://schemas.microsoft.com/office/drawing/2014/main" id="{FC52A6AB-1727-A64D-B84F-6C19F78307AE}"/>
              </a:ext>
            </a:extLst>
          </p:cNvPr>
          <p:cNvSpPr>
            <a:spLocks noGrp="1" noChangeAspect="1"/>
          </p:cNvSpPr>
          <p:nvPr>
            <p:ph type="pic" sz="quarter" idx="19"/>
          </p:nvPr>
        </p:nvSpPr>
        <p:spPr>
          <a:xfrm>
            <a:off x="7410137" y="271462"/>
            <a:ext cx="1080000" cy="292135"/>
          </a:xfrm>
          <a:prstGeom prst="ellipse">
            <a:avLst/>
          </a:prstGeom>
          <a:solidFill>
            <a:schemeClr val="bg1">
              <a:lumMod val="95000"/>
            </a:schemeClr>
          </a:solidFill>
          <a:ln>
            <a:solidFill>
              <a:schemeClr val="accent1"/>
            </a:solidFill>
          </a:ln>
        </p:spPr>
        <p:txBody>
          <a:bodyPr/>
          <a:lstStyle/>
          <a:p>
            <a:endParaRPr lang="en-US"/>
          </a:p>
        </p:txBody>
      </p:sp>
      <p:sp>
        <p:nvSpPr>
          <p:cNvPr id="16" name="Text Placeholder 6">
            <a:extLst>
              <a:ext uri="{FF2B5EF4-FFF2-40B4-BE49-F238E27FC236}">
                <a16:creationId xmlns:a16="http://schemas.microsoft.com/office/drawing/2014/main" id="{7BF9DB6F-5A8C-0BE1-4ACE-F8AA912AD8F3}"/>
              </a:ext>
            </a:extLst>
          </p:cNvPr>
          <p:cNvSpPr>
            <a:spLocks noGrp="1"/>
          </p:cNvSpPr>
          <p:nvPr>
            <p:ph type="body" sz="quarter" idx="20" hasCustomPrompt="1"/>
          </p:nvPr>
        </p:nvSpPr>
        <p:spPr>
          <a:xfrm>
            <a:off x="7410138" y="1428751"/>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17" name="Text Placeholder 6">
            <a:extLst>
              <a:ext uri="{FF2B5EF4-FFF2-40B4-BE49-F238E27FC236}">
                <a16:creationId xmlns:a16="http://schemas.microsoft.com/office/drawing/2014/main" id="{6E16BABE-88FC-9328-C844-978099CA04AB}"/>
              </a:ext>
            </a:extLst>
          </p:cNvPr>
          <p:cNvSpPr>
            <a:spLocks noGrp="1"/>
          </p:cNvSpPr>
          <p:nvPr>
            <p:ph type="body" sz="quarter" idx="21" hasCustomPrompt="1"/>
          </p:nvPr>
        </p:nvSpPr>
        <p:spPr>
          <a:xfrm>
            <a:off x="7410138" y="1711139"/>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8" name="Picture Placeholder 3">
            <a:extLst>
              <a:ext uri="{FF2B5EF4-FFF2-40B4-BE49-F238E27FC236}">
                <a16:creationId xmlns:a16="http://schemas.microsoft.com/office/drawing/2014/main" id="{1EDD49F3-B20B-2E02-552E-E33F7CFB351C}"/>
              </a:ext>
            </a:extLst>
          </p:cNvPr>
          <p:cNvSpPr>
            <a:spLocks noGrp="1" noChangeAspect="1"/>
          </p:cNvSpPr>
          <p:nvPr>
            <p:ph type="pic" sz="quarter" idx="22"/>
          </p:nvPr>
        </p:nvSpPr>
        <p:spPr>
          <a:xfrm>
            <a:off x="2428875" y="2232909"/>
            <a:ext cx="1080000" cy="292135"/>
          </a:xfrm>
          <a:prstGeom prst="ellipse">
            <a:avLst/>
          </a:prstGeom>
          <a:solidFill>
            <a:schemeClr val="bg1">
              <a:lumMod val="95000"/>
            </a:schemeClr>
          </a:solidFill>
          <a:ln>
            <a:solidFill>
              <a:schemeClr val="accent1"/>
            </a:solidFill>
          </a:ln>
        </p:spPr>
        <p:txBody>
          <a:bodyPr/>
          <a:lstStyle>
            <a:lvl1pPr>
              <a:defRPr>
                <a:latin typeface="+mn-lt"/>
              </a:defRPr>
            </a:lvl1pPr>
          </a:lstStyle>
          <a:p>
            <a:endParaRPr lang="en-US"/>
          </a:p>
        </p:txBody>
      </p:sp>
      <p:sp>
        <p:nvSpPr>
          <p:cNvPr id="19" name="Text Placeholder 6">
            <a:extLst>
              <a:ext uri="{FF2B5EF4-FFF2-40B4-BE49-F238E27FC236}">
                <a16:creationId xmlns:a16="http://schemas.microsoft.com/office/drawing/2014/main" id="{7D7BB651-AD3B-4648-2906-2BE6CDD7CCA3}"/>
              </a:ext>
            </a:extLst>
          </p:cNvPr>
          <p:cNvSpPr>
            <a:spLocks noGrp="1"/>
          </p:cNvSpPr>
          <p:nvPr>
            <p:ph type="body" sz="quarter" idx="23" hasCustomPrompt="1"/>
          </p:nvPr>
        </p:nvSpPr>
        <p:spPr>
          <a:xfrm>
            <a:off x="2428875" y="3390198"/>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20" name="Text Placeholder 6">
            <a:extLst>
              <a:ext uri="{FF2B5EF4-FFF2-40B4-BE49-F238E27FC236}">
                <a16:creationId xmlns:a16="http://schemas.microsoft.com/office/drawing/2014/main" id="{6ACB5547-8CC8-4FC5-C032-7A072971DA07}"/>
              </a:ext>
            </a:extLst>
          </p:cNvPr>
          <p:cNvSpPr>
            <a:spLocks noGrp="1"/>
          </p:cNvSpPr>
          <p:nvPr>
            <p:ph type="body" sz="quarter" idx="24" hasCustomPrompt="1"/>
          </p:nvPr>
        </p:nvSpPr>
        <p:spPr>
          <a:xfrm>
            <a:off x="2428875" y="3672586"/>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1" name="Picture Placeholder 3">
            <a:extLst>
              <a:ext uri="{FF2B5EF4-FFF2-40B4-BE49-F238E27FC236}">
                <a16:creationId xmlns:a16="http://schemas.microsoft.com/office/drawing/2014/main" id="{FC0F0211-D68E-8FCC-58D6-7818E4B193C3}"/>
              </a:ext>
            </a:extLst>
          </p:cNvPr>
          <p:cNvSpPr>
            <a:spLocks noGrp="1" noChangeAspect="1"/>
          </p:cNvSpPr>
          <p:nvPr>
            <p:ph type="pic" sz="quarter" idx="25"/>
          </p:nvPr>
        </p:nvSpPr>
        <p:spPr>
          <a:xfrm>
            <a:off x="4089296" y="2232909"/>
            <a:ext cx="1080000" cy="292135"/>
          </a:xfrm>
          <a:prstGeom prst="ellipse">
            <a:avLst/>
          </a:prstGeom>
          <a:solidFill>
            <a:schemeClr val="bg1">
              <a:lumMod val="95000"/>
            </a:schemeClr>
          </a:solidFill>
          <a:ln>
            <a:solidFill>
              <a:schemeClr val="accent1"/>
            </a:solidFill>
          </a:ln>
        </p:spPr>
        <p:txBody>
          <a:bodyPr/>
          <a:lstStyle>
            <a:lvl1pPr>
              <a:defRPr>
                <a:latin typeface="+mn-lt"/>
              </a:defRPr>
            </a:lvl1pPr>
          </a:lstStyle>
          <a:p>
            <a:endParaRPr lang="en-US"/>
          </a:p>
        </p:txBody>
      </p:sp>
      <p:sp>
        <p:nvSpPr>
          <p:cNvPr id="22" name="Text Placeholder 6">
            <a:extLst>
              <a:ext uri="{FF2B5EF4-FFF2-40B4-BE49-F238E27FC236}">
                <a16:creationId xmlns:a16="http://schemas.microsoft.com/office/drawing/2014/main" id="{913DFB7C-2E67-D4F7-9A6C-F41E3AA77F12}"/>
              </a:ext>
            </a:extLst>
          </p:cNvPr>
          <p:cNvSpPr>
            <a:spLocks noGrp="1"/>
          </p:cNvSpPr>
          <p:nvPr>
            <p:ph type="body" sz="quarter" idx="26" hasCustomPrompt="1"/>
          </p:nvPr>
        </p:nvSpPr>
        <p:spPr>
          <a:xfrm>
            <a:off x="4089296" y="3390198"/>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23" name="Text Placeholder 6">
            <a:extLst>
              <a:ext uri="{FF2B5EF4-FFF2-40B4-BE49-F238E27FC236}">
                <a16:creationId xmlns:a16="http://schemas.microsoft.com/office/drawing/2014/main" id="{EC3508B5-606F-031C-15EB-D2260029FEA9}"/>
              </a:ext>
            </a:extLst>
          </p:cNvPr>
          <p:cNvSpPr>
            <a:spLocks noGrp="1"/>
          </p:cNvSpPr>
          <p:nvPr>
            <p:ph type="body" sz="quarter" idx="27" hasCustomPrompt="1"/>
          </p:nvPr>
        </p:nvSpPr>
        <p:spPr>
          <a:xfrm>
            <a:off x="4089296" y="3672586"/>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4" name="Picture Placeholder 3">
            <a:extLst>
              <a:ext uri="{FF2B5EF4-FFF2-40B4-BE49-F238E27FC236}">
                <a16:creationId xmlns:a16="http://schemas.microsoft.com/office/drawing/2014/main" id="{4515B920-8512-AAB6-0F62-CD19B1FC2CEE}"/>
              </a:ext>
            </a:extLst>
          </p:cNvPr>
          <p:cNvSpPr>
            <a:spLocks noGrp="1" noChangeAspect="1"/>
          </p:cNvSpPr>
          <p:nvPr>
            <p:ph type="pic" sz="quarter" idx="28"/>
          </p:nvPr>
        </p:nvSpPr>
        <p:spPr>
          <a:xfrm>
            <a:off x="5749716" y="2232909"/>
            <a:ext cx="1080000" cy="292135"/>
          </a:xfrm>
          <a:prstGeom prst="ellipse">
            <a:avLst/>
          </a:prstGeom>
          <a:solidFill>
            <a:schemeClr val="bg1">
              <a:lumMod val="95000"/>
            </a:schemeClr>
          </a:solidFill>
          <a:ln>
            <a:solidFill>
              <a:schemeClr val="accent1"/>
            </a:solidFill>
          </a:ln>
        </p:spPr>
        <p:txBody>
          <a:bodyPr/>
          <a:lstStyle>
            <a:lvl1pPr>
              <a:defRPr>
                <a:latin typeface="+mn-lt"/>
              </a:defRPr>
            </a:lvl1pPr>
          </a:lstStyle>
          <a:p>
            <a:endParaRPr lang="en-US"/>
          </a:p>
        </p:txBody>
      </p:sp>
      <p:sp>
        <p:nvSpPr>
          <p:cNvPr id="25" name="Text Placeholder 6">
            <a:extLst>
              <a:ext uri="{FF2B5EF4-FFF2-40B4-BE49-F238E27FC236}">
                <a16:creationId xmlns:a16="http://schemas.microsoft.com/office/drawing/2014/main" id="{3783593B-9A17-156E-CEE3-9EF1A159ABE7}"/>
              </a:ext>
            </a:extLst>
          </p:cNvPr>
          <p:cNvSpPr>
            <a:spLocks noGrp="1"/>
          </p:cNvSpPr>
          <p:nvPr>
            <p:ph type="body" sz="quarter" idx="29" hasCustomPrompt="1"/>
          </p:nvPr>
        </p:nvSpPr>
        <p:spPr>
          <a:xfrm>
            <a:off x="5749716" y="3390198"/>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26" name="Text Placeholder 6">
            <a:extLst>
              <a:ext uri="{FF2B5EF4-FFF2-40B4-BE49-F238E27FC236}">
                <a16:creationId xmlns:a16="http://schemas.microsoft.com/office/drawing/2014/main" id="{1148398C-EB61-E70F-3E9F-876E5B1564ED}"/>
              </a:ext>
            </a:extLst>
          </p:cNvPr>
          <p:cNvSpPr>
            <a:spLocks noGrp="1"/>
          </p:cNvSpPr>
          <p:nvPr>
            <p:ph type="body" sz="quarter" idx="30" hasCustomPrompt="1"/>
          </p:nvPr>
        </p:nvSpPr>
        <p:spPr>
          <a:xfrm>
            <a:off x="5749716" y="3672586"/>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7" name="Picture Placeholder 3">
            <a:extLst>
              <a:ext uri="{FF2B5EF4-FFF2-40B4-BE49-F238E27FC236}">
                <a16:creationId xmlns:a16="http://schemas.microsoft.com/office/drawing/2014/main" id="{4FEF218B-9C5B-8F7A-4F0F-F4213E81CEDD}"/>
              </a:ext>
            </a:extLst>
          </p:cNvPr>
          <p:cNvSpPr>
            <a:spLocks noGrp="1" noChangeAspect="1"/>
          </p:cNvSpPr>
          <p:nvPr>
            <p:ph type="pic" sz="quarter" idx="31"/>
          </p:nvPr>
        </p:nvSpPr>
        <p:spPr>
          <a:xfrm>
            <a:off x="7410137" y="2232909"/>
            <a:ext cx="1080000" cy="292135"/>
          </a:xfrm>
          <a:prstGeom prst="ellipse">
            <a:avLst/>
          </a:prstGeom>
          <a:solidFill>
            <a:schemeClr val="bg1">
              <a:lumMod val="95000"/>
            </a:schemeClr>
          </a:solidFill>
          <a:ln>
            <a:solidFill>
              <a:schemeClr val="accent1"/>
            </a:solidFill>
          </a:ln>
        </p:spPr>
        <p:txBody>
          <a:bodyPr/>
          <a:lstStyle>
            <a:lvl1pPr>
              <a:defRPr>
                <a:latin typeface="+mn-lt"/>
              </a:defRPr>
            </a:lvl1pPr>
          </a:lstStyle>
          <a:p>
            <a:endParaRPr lang="en-US"/>
          </a:p>
        </p:txBody>
      </p:sp>
      <p:sp>
        <p:nvSpPr>
          <p:cNvPr id="28" name="Text Placeholder 6">
            <a:extLst>
              <a:ext uri="{FF2B5EF4-FFF2-40B4-BE49-F238E27FC236}">
                <a16:creationId xmlns:a16="http://schemas.microsoft.com/office/drawing/2014/main" id="{F6EE859A-32C6-8F0F-6778-9D4FA89744CF}"/>
              </a:ext>
            </a:extLst>
          </p:cNvPr>
          <p:cNvSpPr>
            <a:spLocks noGrp="1"/>
          </p:cNvSpPr>
          <p:nvPr>
            <p:ph type="body" sz="quarter" idx="32" hasCustomPrompt="1"/>
          </p:nvPr>
        </p:nvSpPr>
        <p:spPr>
          <a:xfrm>
            <a:off x="7410138" y="3390198"/>
            <a:ext cx="1464469" cy="207749"/>
          </a:xfrm>
        </p:spPr>
        <p:txBody>
          <a:bodyPr lIns="0">
            <a:noAutofit/>
          </a:bodyPr>
          <a:lstStyle>
            <a:lvl1pPr marL="0" indent="0">
              <a:buNone/>
              <a:defRPr sz="1200" b="1" i="0">
                <a:latin typeface="+mn-lt"/>
                <a:ea typeface="Fira Sans SemiBold" panose="020B0503050000020004" pitchFamily="34" charset="0"/>
              </a:defRPr>
            </a:lvl1pPr>
          </a:lstStyle>
          <a:p>
            <a:pPr lvl="0"/>
            <a:r>
              <a:rPr lang="en-GB"/>
              <a:t>Name</a:t>
            </a:r>
            <a:endParaRPr lang="en-US"/>
          </a:p>
        </p:txBody>
      </p:sp>
      <p:sp>
        <p:nvSpPr>
          <p:cNvPr id="29" name="Text Placeholder 6">
            <a:extLst>
              <a:ext uri="{FF2B5EF4-FFF2-40B4-BE49-F238E27FC236}">
                <a16:creationId xmlns:a16="http://schemas.microsoft.com/office/drawing/2014/main" id="{805CC47E-975C-FF99-DCFD-F2ADCAAD843E}"/>
              </a:ext>
            </a:extLst>
          </p:cNvPr>
          <p:cNvSpPr>
            <a:spLocks noGrp="1"/>
          </p:cNvSpPr>
          <p:nvPr>
            <p:ph type="body" sz="quarter" idx="33" hasCustomPrompt="1"/>
          </p:nvPr>
        </p:nvSpPr>
        <p:spPr>
          <a:xfrm>
            <a:off x="7410138" y="3672586"/>
            <a:ext cx="1464469" cy="20774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pic>
        <p:nvPicPr>
          <p:cNvPr id="30" name="Graphic 29">
            <a:extLst>
              <a:ext uri="{FF2B5EF4-FFF2-40B4-BE49-F238E27FC236}">
                <a16:creationId xmlns:a16="http://schemas.microsoft.com/office/drawing/2014/main" id="{88FCA8E0-F161-B00F-F92E-3A14259D603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983525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250872" y="201442"/>
            <a:ext cx="8621666" cy="374205"/>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B5A995CC-2EDB-CCC2-4829-7CC7F937DD8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278444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92BDE0ED-3470-6D0F-141A-06715B76595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53349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1041437"/>
            <a:ext cx="6435090" cy="1308050"/>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041437"/>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4023130" cy="374205"/>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50576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6022183" y="1041437"/>
            <a:ext cx="2850356" cy="1308050"/>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1041437"/>
            <a:ext cx="2743200" cy="1308050"/>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7175" y="1041436"/>
            <a:ext cx="2050542" cy="877163"/>
          </a:xfrm>
        </p:spPr>
        <p:txBody>
          <a:bodyPr vert="horz" lIns="0" tIns="0" rIns="0" bIns="0" rtlCol="0">
            <a:spAutoFit/>
          </a:bodyPr>
          <a:lstStyle>
            <a:lvl1pPr>
              <a:defRPr lang="en-US" sz="1425" b="1" i="0" dirty="0">
                <a:ln w="3175">
                  <a:noFill/>
                </a:ln>
                <a:latin typeface="+mn-lt"/>
                <a:ea typeface="Fira Sans Medium" panose="020B0503050000020004" pitchFamily="34" charset="0"/>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2428875"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351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2420302" y="1041437"/>
            <a:ext cx="6443663" cy="207749"/>
          </a:xfrm>
        </p:spPr>
        <p:txBody>
          <a:bodyPr>
            <a:spAutoFit/>
          </a:bodyPr>
          <a:lstStyle>
            <a:lvl1pPr>
              <a:defRPr>
                <a:latin typeface="Fira Sans" panose="020B0503050000020004" pitchFamily="34" charset="0"/>
              </a:defRPr>
            </a:lvl1p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250873" y="201442"/>
            <a:ext cx="2049877" cy="374205"/>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258365" y="1041437"/>
            <a:ext cx="2050542"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2428875"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109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1041436"/>
            <a:ext cx="6435090" cy="1295226"/>
          </a:xfrm>
        </p:spPr>
        <p:txBody>
          <a:bodyPr lIns="182880">
            <a:spAutoFit/>
          </a:bodyPr>
          <a:lst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b="0" i="0">
                <a:latin typeface="Fira Sans Light" panose="020B0403050000020004" pitchFamily="34" charset="0"/>
              </a:defRPr>
            </a:lvl5pPr>
          </a:lstStyle>
          <a:p>
            <a:pPr marL="107156" marR="0" lvl="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07156" marR="0" lvl="1"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Second level</a:t>
            </a:r>
          </a:p>
          <a:p>
            <a:pPr marL="107156" marR="0" lvl="2"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Third level</a:t>
            </a:r>
          </a:p>
          <a:p>
            <a:pPr marL="107156" marR="0" lvl="3"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Fourth level</a:t>
            </a:r>
          </a:p>
          <a:p>
            <a:pPr marL="107156" marR="0" lvl="4"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250873" y="201442"/>
            <a:ext cx="2049877" cy="374189"/>
          </a:xfrm>
        </p:spPr>
        <p:txBody>
          <a:bodyPr>
            <a:spAutoFit/>
          </a:bodyPr>
          <a:lstStyle>
            <a:lvl1pPr>
              <a:defRPr b="0" i="0">
                <a:latin typeface="Aptos Light" panose="020B0004020202020204" pitchFamily="34" charset="0"/>
              </a:defRPr>
            </a:lvl1p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258365" y="1041437"/>
            <a:ext cx="2050542"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65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7" y="2521710"/>
            <a:ext cx="2693699" cy="657872"/>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1"/>
            <a:ext cx="2706640" cy="76777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3143250" y="0"/>
            <a:ext cx="0" cy="51435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3143250" y="234364"/>
            <a:ext cx="5720852" cy="1308050"/>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31A9C227-3DE9-B09F-1D0C-9B0FFB09184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057030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2428875" y="0"/>
            <a:ext cx="6715125" cy="51435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250872" y="201442"/>
            <a:ext cx="1963691" cy="1161344"/>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8108F46D-85ED-8C6D-B568-8DE257CD580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8411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2428875" y="0"/>
            <a:ext cx="4300538"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250872" y="201442"/>
            <a:ext cx="1963691" cy="1161344"/>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6729413" y="234364"/>
            <a:ext cx="2143125" cy="1515800"/>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3F740865-B00E-C37B-60D4-6871B9C4B79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24696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4572000" y="0"/>
            <a:ext cx="4572000"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250872" y="201442"/>
            <a:ext cx="4178253" cy="374205"/>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260777" y="657227"/>
            <a:ext cx="4168349" cy="1308050"/>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70CA7AE8-DCAF-85A6-FD24-136A8A23DA3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4152204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4572000" y="0"/>
            <a:ext cx="4572000"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250872" y="201442"/>
            <a:ext cx="4178253" cy="374205"/>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260777" y="1188678"/>
            <a:ext cx="4168349" cy="1308050"/>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258367" y="657227"/>
            <a:ext cx="4170760" cy="43858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175DF22E-39EF-9D70-0C1C-DB0847BC325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2076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9145143"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35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2428876" y="1800225"/>
            <a:ext cx="2143124" cy="154305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270319" y="274320"/>
            <a:ext cx="2158556" cy="1525905"/>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125"/>
              </a:spcAft>
              <a:buFont typeface="Arial" panose="020B0604020202020204" pitchFamily="34" charset="0"/>
            </a:pPr>
            <a:r>
              <a:rPr lang="en-US"/>
              <a:t>Click to edit Master title style</a:t>
            </a:r>
          </a:p>
        </p:txBody>
      </p:sp>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A2B28EAC-F906-1198-3E01-F201FD8C3E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560372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2428875"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233172"/>
            <a:ext cx="6435090" cy="1295226"/>
          </a:xfrm>
        </p:spPr>
        <p:txBody>
          <a:bodyPr vert="horz" lIns="182880" tIns="0" rIns="0" bIns="0" rtlCol="0">
            <a:spAutoFit/>
          </a:bodyPr>
          <a:lst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b="0" i="0">
                <a:latin typeface="Fira Sans Light" panose="020B0403050000020004" pitchFamily="34" charset="0"/>
              </a:defRPr>
            </a:lvl5pPr>
          </a:lstStyle>
          <a:p>
            <a:pPr marL="107156" marR="0" lvl="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07156" marR="0" lvl="1"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Second level</a:t>
            </a:r>
          </a:p>
          <a:p>
            <a:pPr marL="107156" marR="0" lvl="2"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Third level</a:t>
            </a:r>
          </a:p>
          <a:p>
            <a:pPr marL="107156" marR="0" lvl="3"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Fourth level</a:t>
            </a:r>
          </a:p>
          <a:p>
            <a:pPr marL="107156" marR="0" lvl="4"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bg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2F6696D9-E654-5BCF-1B25-EA00D3E60BB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672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2428875"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2428875" y="233172"/>
            <a:ext cx="6435090" cy="1295226"/>
          </a:xfrm>
        </p:spPr>
        <p:txBody>
          <a:bodyPr vert="horz" lIns="182880" tIns="0" rIns="0" bIns="0" rtlCol="0">
            <a:spAutoFit/>
          </a:bodyPr>
          <a:lst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lang="en-US">
                <a:latin typeface="Fira Sans" panose="020B0503050000020004" pitchFamily="34" charset="0"/>
              </a:defRPr>
            </a:lvl5pPr>
          </a:lstStyle>
          <a:p>
            <a:pPr marL="107156" marR="0" lvl="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07156" marR="0" lvl="1"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Second level</a:t>
            </a:r>
          </a:p>
          <a:p>
            <a:pPr marL="107156" marR="0" lvl="2"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Third level</a:t>
            </a:r>
          </a:p>
          <a:p>
            <a:pPr marL="107156" marR="0" lvl="3"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Fourth level</a:t>
            </a:r>
          </a:p>
          <a:p>
            <a:pPr marL="107156" marR="0" lvl="4"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bg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7D4A2AAD-C48F-8D70-8213-CF4C9DACAA7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4097414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2428875" y="0"/>
            <a:ext cx="6715125"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45929" y="4803029"/>
            <a:ext cx="857250" cy="265748"/>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FD1790EA-EA29-811F-FBBA-75F04BA4664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1955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2428875" y="0"/>
            <a:ext cx="6715125"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45929" y="4803029"/>
            <a:ext cx="857250" cy="265748"/>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6ED7A01C-FAFB-B06A-F7F3-1A07F6A914C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040704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2428875" y="0"/>
            <a:ext cx="6715125"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8"/>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258366" y="1382812"/>
            <a:ext cx="1956197"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250873" y="201442"/>
            <a:ext cx="1965595" cy="1161344"/>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45929" y="4803029"/>
            <a:ext cx="857250" cy="265748"/>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B7AC51C6-4EA9-CA4D-1F18-3DE1418497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863146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2428875" y="0"/>
            <a:ext cx="6715125" cy="51435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250872" y="201442"/>
            <a:ext cx="1963691" cy="1161344"/>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258366" y="1382812"/>
            <a:ext cx="1963691" cy="877163"/>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425" b="1" i="0" kern="1200" dirty="0">
                <a:ln w="3175">
                  <a:noFill/>
                </a:ln>
                <a:solidFill>
                  <a:schemeClr val="bg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45EF38C2-2CB9-FD12-39EF-7987B2442DC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3751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2"/>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427392" y="835412"/>
            <a:ext cx="3825241" cy="168192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2850" b="0" i="0" kern="1200" dirty="0" smtClean="0">
                <a:ln w="3175">
                  <a:noFill/>
                </a:ln>
                <a:solidFill>
                  <a:schemeClr val="bg1"/>
                </a:solidFill>
                <a:latin typeface="Aptos Light" panose="020B0004020202020204" pitchFamily="34" charset="0"/>
                <a:ea typeface="+mj-ea"/>
                <a:cs typeface="+mj-cs"/>
              </a:defRPr>
            </a:lvl1pPr>
            <a:lvl2pPr marL="85725"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440490" y="2571750"/>
            <a:ext cx="3813269" cy="230833"/>
          </a:xfrm>
          <a:prstGeom prst="rect">
            <a:avLst/>
          </a:prstGeom>
        </p:spPr>
        <p:txBody>
          <a:bodyPr vert="horz" wrap="square" lIns="0" tIns="0" rIns="0" bIns="0" rtlCol="0" anchor="t">
            <a:spAutoFit/>
          </a:bodyPr>
          <a:lstStyle>
            <a:lvl1pPr marL="0" indent="0">
              <a:buNone/>
              <a:defRPr lang="en-US" sz="15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A9178861-7699-3083-8A30-0291679C19C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8858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2_Breaker">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427392" y="835412"/>
            <a:ext cx="3825241" cy="168192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2850" b="0" i="0" kern="1200" dirty="0" smtClean="0">
                <a:ln w="3175">
                  <a:noFill/>
                </a:ln>
                <a:solidFill>
                  <a:schemeClr val="bg1"/>
                </a:solidFill>
                <a:latin typeface="Aptos Light" panose="020B0004020202020204" pitchFamily="34" charset="0"/>
                <a:ea typeface="+mj-ea"/>
                <a:cs typeface="+mj-cs"/>
              </a:defRPr>
            </a:lvl1pPr>
            <a:lvl2pPr marL="85725"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440490" y="2571750"/>
            <a:ext cx="3813269" cy="230833"/>
          </a:xfrm>
          <a:prstGeom prst="rect">
            <a:avLst/>
          </a:prstGeom>
        </p:spPr>
        <p:txBody>
          <a:bodyPr vert="horz" wrap="square" lIns="0" tIns="0" rIns="0" bIns="0" rtlCol="0" anchor="t">
            <a:spAutoFit/>
          </a:bodyPr>
          <a:lstStyle>
            <a:lvl1pPr marL="0" indent="0">
              <a:buNone/>
              <a:defRPr lang="en-US" sz="15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048214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5_Breaker">
    <p:bg>
      <p:bgPr>
        <a:solidFill>
          <a:schemeClr val="accent2"/>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427392" y="835412"/>
            <a:ext cx="3825241" cy="168192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2850" b="0" i="0" kern="1200" dirty="0" smtClean="0">
                <a:ln w="3175">
                  <a:noFill/>
                </a:ln>
                <a:solidFill>
                  <a:schemeClr val="bg1"/>
                </a:solidFill>
                <a:latin typeface="Aptos Light" panose="020B0004020202020204" pitchFamily="34" charset="0"/>
                <a:ea typeface="+mj-ea"/>
                <a:cs typeface="+mj-cs"/>
              </a:defRPr>
            </a:lvl1pPr>
            <a:lvl2pPr marL="85725"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440490" y="2571750"/>
            <a:ext cx="3813269" cy="230833"/>
          </a:xfrm>
          <a:prstGeom prst="rect">
            <a:avLst/>
          </a:prstGeom>
        </p:spPr>
        <p:txBody>
          <a:bodyPr vert="horz" wrap="square" lIns="0" tIns="0" rIns="0" bIns="0" rtlCol="0" anchor="t">
            <a:spAutoFit/>
          </a:bodyPr>
          <a:lstStyle>
            <a:lvl1pPr marL="0" indent="0">
              <a:buNone/>
              <a:defRPr lang="en-US" sz="15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387823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Breaker">
    <p:bg>
      <p:bgPr>
        <a:solidFill>
          <a:schemeClr val="accent5"/>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427392" y="835412"/>
            <a:ext cx="3825241" cy="168192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2850" b="0" i="0" kern="1200" dirty="0" smtClean="0">
                <a:ln w="3175">
                  <a:noFill/>
                </a:ln>
                <a:solidFill>
                  <a:schemeClr val="bg2"/>
                </a:solidFill>
                <a:latin typeface="Aptos Light" panose="020B0004020202020204" pitchFamily="34" charset="0"/>
                <a:ea typeface="+mj-ea"/>
                <a:cs typeface="+mj-cs"/>
              </a:defRPr>
            </a:lvl1pPr>
            <a:lvl2pPr marL="85725"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440490" y="2571750"/>
            <a:ext cx="3813269" cy="230833"/>
          </a:xfrm>
          <a:prstGeom prst="rect">
            <a:avLst/>
          </a:prstGeom>
        </p:spPr>
        <p:txBody>
          <a:bodyPr vert="horz" wrap="square" lIns="0" tIns="0" rIns="0" bIns="0" rtlCol="0" anchor="t">
            <a:spAutoFit/>
          </a:bodyPr>
          <a:lstStyle>
            <a:lvl1pPr marL="0" indent="0">
              <a:buNone/>
              <a:defRPr lang="en-US" sz="1500" b="1" i="0" dirty="0">
                <a:ln>
                  <a:noFill/>
                </a:ln>
                <a:solidFill>
                  <a:schemeClr val="bg2"/>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887558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theme" Target="../theme/theme2.xml"/><Relationship Id="rId5" Type="http://schemas.openxmlformats.org/officeDocument/2006/relationships/slideLayout" Target="../slideLayouts/slideLayout33.xml"/><Relationship Id="rId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36.xml"/><Relationship Id="rId7"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 Type="http://schemas.openxmlformats.org/officeDocument/2006/relationships/slideLayout" Target="../slideLayouts/slideLayout42.xml"/><Relationship Id="rId21" Type="http://schemas.openxmlformats.org/officeDocument/2006/relationships/slideLayout" Target="../slideLayouts/slideLayout60.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image" Target="../media/image2.sv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theme" Target="../theme/theme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28876" y="1041436"/>
            <a:ext cx="6435226" cy="1295226"/>
          </a:xfrm>
          <a:prstGeom prst="rect">
            <a:avLst/>
          </a:prstGeom>
        </p:spPr>
        <p:txBody>
          <a:bodyPr vert="horz" lIns="182880" tIns="0" rIns="0" bIns="0" rtlCol="0">
            <a:spAutoFit/>
          </a:bodyPr>
          <a:lstStyle/>
          <a:p>
            <a:pPr marL="107156" marR="0" lvl="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07156" marR="0" lvl="1"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Second level</a:t>
            </a:r>
          </a:p>
          <a:p>
            <a:pPr marL="107156" marR="0" lvl="2"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Third level</a:t>
            </a:r>
          </a:p>
          <a:p>
            <a:pPr marL="107156" marR="0" lvl="3"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Fourth level</a:t>
            </a:r>
          </a:p>
          <a:p>
            <a:pPr marL="107156" marR="0" lvl="4"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
        <p:nvSpPr>
          <p:cNvPr id="2" name="Title Placeholder 1"/>
          <p:cNvSpPr>
            <a:spLocks noGrp="1"/>
          </p:cNvSpPr>
          <p:nvPr>
            <p:ph type="title"/>
          </p:nvPr>
        </p:nvSpPr>
        <p:spPr>
          <a:xfrm>
            <a:off x="250873" y="201442"/>
            <a:ext cx="4610960" cy="374189"/>
          </a:xfrm>
          <a:prstGeom prst="rect">
            <a:avLst/>
          </a:prstGeom>
          <a:ln w="12700">
            <a:noFill/>
          </a:ln>
        </p:spPr>
        <p:txBody>
          <a:bodyPr vert="horz" wrap="square" lIns="0" tIns="0" rIns="0" bIns="0" rtlCol="0" anchor="t" anchorCtr="0">
            <a:spAutoFit/>
          </a:bodyPr>
          <a:lstStyle/>
          <a:p>
            <a:r>
              <a:rPr lang="en-US"/>
              <a:t>Click to edit Master title style</a:t>
            </a:r>
          </a:p>
        </p:txBody>
      </p:sp>
      <p:pic>
        <p:nvPicPr>
          <p:cNvPr id="4" name="Graphic 3">
            <a:extLst>
              <a:ext uri="{FF2B5EF4-FFF2-40B4-BE49-F238E27FC236}">
                <a16:creationId xmlns:a16="http://schemas.microsoft.com/office/drawing/2014/main" id="{AAA5D410-D725-EB3A-4C84-13475C737B4B}"/>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4004" r:id="rId1"/>
    <p:sldLayoutId id="2147483873" r:id="rId2"/>
    <p:sldLayoutId id="2147483843" r:id="rId3"/>
    <p:sldLayoutId id="2147483828" r:id="rId4"/>
    <p:sldLayoutId id="2147484012" r:id="rId5"/>
    <p:sldLayoutId id="2147484003" r:id="rId6"/>
    <p:sldLayoutId id="2147483989" r:id="rId7"/>
    <p:sldLayoutId id="2147483817" r:id="rId8"/>
    <p:sldLayoutId id="2147483818" r:id="rId9"/>
    <p:sldLayoutId id="2147483819" r:id="rId10"/>
    <p:sldLayoutId id="2147483820" r:id="rId11"/>
    <p:sldLayoutId id="2147483829" r:id="rId12"/>
    <p:sldLayoutId id="2147483821" r:id="rId13"/>
    <p:sldLayoutId id="2147483822" r:id="rId14"/>
    <p:sldLayoutId id="2147483874" r:id="rId15"/>
    <p:sldLayoutId id="2147483823" r:id="rId16"/>
    <p:sldLayoutId id="2147483866" r:id="rId17"/>
    <p:sldLayoutId id="2147483844" r:id="rId18"/>
    <p:sldLayoutId id="2147483990" r:id="rId19"/>
    <p:sldLayoutId id="2147483991" r:id="rId20"/>
    <p:sldLayoutId id="2147484006" r:id="rId21"/>
    <p:sldLayoutId id="2147484007" r:id="rId22"/>
    <p:sldLayoutId id="2147483853" r:id="rId23"/>
    <p:sldLayoutId id="2147483940" r:id="rId24"/>
    <p:sldLayoutId id="2147484009" r:id="rId25"/>
    <p:sldLayoutId id="2147484015" r:id="rId26"/>
    <p:sldLayoutId id="2147484014" r:id="rId27"/>
    <p:sldLayoutId id="2147484024"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fontAlgn="base" latinLnBrk="0" hangingPunct="1">
        <a:lnSpc>
          <a:spcPct val="110000"/>
        </a:lnSpc>
        <a:spcBef>
          <a:spcPct val="0"/>
        </a:spcBef>
        <a:buNone/>
        <a:defRPr sz="2325" b="0" i="0" kern="1200">
          <a:ln w="9525">
            <a:noFill/>
          </a:ln>
          <a:solidFill>
            <a:schemeClr val="tx1"/>
          </a:solidFill>
          <a:latin typeface="Aptos Light" panose="020B0004020202020204" pitchFamily="34" charset="0"/>
          <a:ea typeface="+mj-ea"/>
          <a:cs typeface="+mj-cs"/>
        </a:defRPr>
      </a:lvl1pPr>
    </p:titleStyle>
    <p:body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71" userDrawn="1">
          <p15:clr>
            <a:srgbClr val="000000"/>
          </p15:clr>
        </p15:guide>
        <p15:guide id="4" pos="5589" userDrawn="1">
          <p15:clr>
            <a:srgbClr val="000000"/>
          </p15:clr>
        </p15:guide>
        <p15:guide id="5" orient="horz" pos="171" userDrawn="1">
          <p15:clr>
            <a:srgbClr val="000000"/>
          </p15:clr>
        </p15:guide>
        <p15:guide id="8" orient="horz" pos="900" userDrawn="1">
          <p15:clr>
            <a:srgbClr val="000000"/>
          </p15:clr>
        </p15:guide>
        <p15:guide id="11" orient="horz" pos="1620" userDrawn="1">
          <p15:clr>
            <a:srgbClr val="000000"/>
          </p15:clr>
        </p15:guide>
        <p15:guide id="14" orient="horz" pos="3069" userDrawn="1">
          <p15:clr>
            <a:srgbClr val="000000"/>
          </p15:clr>
        </p15:guide>
        <p15:guide id="45" orient="horz" pos="2340" userDrawn="1">
          <p15:clr>
            <a:srgbClr val="000000"/>
          </p15:clr>
        </p15:guide>
        <p15:guide id="52" pos="1530" userDrawn="1">
          <p15:clr>
            <a:srgbClr val="000000"/>
          </p15:clr>
        </p15:guide>
        <p15:guide id="55" pos="2880" userDrawn="1">
          <p15:clr>
            <a:srgbClr val="000000"/>
          </p15:clr>
        </p15:guide>
        <p15:guide id="58" pos="4239"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BB4D8F10-0568-8A5D-4250-6207297D4FC5}"/>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1244359039"/>
      </p:ext>
    </p:extLst>
  </p:cSld>
  <p:clrMap bg1="lt1" tx1="dk1" bg2="lt2" tx2="dk2" accent1="accent1" accent2="accent2" accent3="accent3" accent4="accent4" accent5="accent5" accent6="accent6" hlink="hlink" folHlink="folHlink"/>
  <p:sldLayoutIdLst>
    <p:sldLayoutId id="2147483832" r:id="rId1"/>
    <p:sldLayoutId id="2147483838" r:id="rId2"/>
    <p:sldLayoutId id="2147484011" r:id="rId3"/>
    <p:sldLayoutId id="2147483839" r:id="rId4"/>
    <p:sldLayoutId id="2147484005"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fontAlgn="base" latinLnBrk="0" hangingPunct="1">
        <a:lnSpc>
          <a:spcPct val="112000"/>
        </a:lnSpc>
        <a:spcBef>
          <a:spcPct val="0"/>
        </a:spcBef>
        <a:buNone/>
        <a:defRPr lang="en-US" sz="3375" kern="1200" dirty="0">
          <a:ln w="9525">
            <a:noFill/>
          </a:ln>
          <a:solidFill>
            <a:schemeClr val="tx2"/>
          </a:solidFill>
          <a:latin typeface="+mj-lt"/>
          <a:ea typeface="+mj-ea"/>
          <a:cs typeface="+mj-cs"/>
        </a:defRPr>
      </a:lvl1pPr>
    </p:titleStyle>
    <p:body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71" userDrawn="1">
          <p15:clr>
            <a:srgbClr val="000000"/>
          </p15:clr>
        </p15:guide>
        <p15:guide id="4" pos="5587" userDrawn="1">
          <p15:clr>
            <a:srgbClr val="000000"/>
          </p15:clr>
        </p15:guide>
        <p15:guide id="5" orient="horz" pos="171" userDrawn="1">
          <p15:clr>
            <a:srgbClr val="000000"/>
          </p15:clr>
        </p15:guide>
        <p15:guide id="11" orient="horz" pos="2340" userDrawn="1">
          <p15:clr>
            <a:srgbClr val="000000"/>
          </p15:clr>
        </p15:guide>
        <p15:guide id="14" orient="horz" pos="3069" userDrawn="1">
          <p15:clr>
            <a:srgbClr val="000000"/>
          </p15:clr>
        </p15:guide>
        <p15:guide id="34" pos="1530" userDrawn="1">
          <p15:clr>
            <a:srgbClr val="000000"/>
          </p15:clr>
        </p15:guide>
        <p15:guide id="36" pos="2880" userDrawn="1">
          <p15:clr>
            <a:srgbClr val="000000"/>
          </p15:clr>
        </p15:guide>
        <p15:guide id="38" pos="4239" userDrawn="1">
          <p15:clr>
            <a:srgbClr val="000000"/>
          </p15:clr>
        </p15:guide>
        <p15:guide id="40" orient="horz" pos="1622" userDrawn="1">
          <p15:clr>
            <a:srgbClr val="000000"/>
          </p15:clr>
        </p15:guide>
        <p15:guide id="41" orient="horz" pos="901" userDrawn="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45929" y="4803029"/>
            <a:ext cx="857250" cy="265748"/>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17937570"/>
      </p:ext>
    </p:extLst>
  </p:cSld>
  <p:clrMap bg1="lt1" tx1="dk1" bg2="lt2" tx2="dk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2" r:id="rId5"/>
    <p:sldLayoutId id="2147484023"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fontAlgn="base" latinLnBrk="0" hangingPunct="1">
        <a:lnSpc>
          <a:spcPct val="112000"/>
        </a:lnSpc>
        <a:spcBef>
          <a:spcPct val="0"/>
        </a:spcBef>
        <a:buNone/>
        <a:defRPr lang="en-US" sz="3375" kern="1200" dirty="0">
          <a:ln w="9525">
            <a:noFill/>
          </a:ln>
          <a:solidFill>
            <a:schemeClr val="tx2"/>
          </a:solidFill>
          <a:latin typeface="+mj-lt"/>
          <a:ea typeface="+mj-ea"/>
          <a:cs typeface="+mj-cs"/>
        </a:defRPr>
      </a:lvl1pPr>
    </p:titleStyle>
    <p:body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1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28876" y="1041436"/>
            <a:ext cx="6435226" cy="1295226"/>
          </a:xfrm>
          <a:prstGeom prst="rect">
            <a:avLst/>
          </a:prstGeom>
        </p:spPr>
        <p:txBody>
          <a:bodyPr vert="horz" lIns="182880" tIns="0" rIns="0" bIns="0" rtlCol="0">
            <a:spAutoFit/>
          </a:bodyPr>
          <a:lstStyle/>
          <a:p>
            <a:pPr marL="107156" marR="0" lvl="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07156" marR="0" lvl="1"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Second level</a:t>
            </a:r>
          </a:p>
          <a:p>
            <a:pPr marL="107156" marR="0" lvl="2"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Third level</a:t>
            </a:r>
          </a:p>
          <a:p>
            <a:pPr marL="107156" marR="0" lvl="3"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Fourth level</a:t>
            </a:r>
          </a:p>
          <a:p>
            <a:pPr marL="107156" marR="0" lvl="4"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a:pPr>
            <a:r>
              <a:rPr kumimoji="0" lang="en-US" sz="135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5207794" y="4976812"/>
            <a:ext cx="3054887" cy="80792"/>
          </a:xfrm>
          <a:prstGeom prst="rect">
            <a:avLst/>
          </a:prstGeom>
        </p:spPr>
        <p:txBody>
          <a:bodyPr vert="horz" wrap="square" lIns="0" tIns="0" rIns="0" bIns="0" rtlCol="0" anchor="t" anchorCtr="0">
            <a:spAutoFit/>
          </a:bodyPr>
          <a:lstStyle>
            <a:lvl1pPr algn="r">
              <a:defRPr sz="525">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8401051" y="4976812"/>
            <a:ext cx="463052" cy="80792"/>
          </a:xfrm>
          <a:prstGeom prst="rect">
            <a:avLst/>
          </a:prstGeom>
        </p:spPr>
        <p:txBody>
          <a:bodyPr vert="horz" lIns="0" tIns="0" rIns="0" bIns="0" rtlCol="0" anchor="t" anchorCtr="0">
            <a:spAutoFit/>
          </a:bodyPr>
          <a:lstStyle>
            <a:lvl1pPr algn="r">
              <a:defRPr sz="525">
                <a:solidFill>
                  <a:schemeClr val="tx1"/>
                </a:solidFill>
              </a:defRPr>
            </a:lvl1pPr>
          </a:lstStyle>
          <a:p>
            <a:fld id="{762E77F0-FB5B-4E8E-9BC9-34F14560A017}" type="slidenum">
              <a:rPr lang="en-US" smtClean="0"/>
              <a:pPr/>
              <a:t>‹#›</a:t>
            </a:fld>
            <a:endParaRPr lang="en-US"/>
          </a:p>
        </p:txBody>
      </p:sp>
      <p:sp>
        <p:nvSpPr>
          <p:cNvPr id="2" name="Title Placeholder 1"/>
          <p:cNvSpPr>
            <a:spLocks noGrp="1"/>
          </p:cNvSpPr>
          <p:nvPr>
            <p:ph type="title"/>
          </p:nvPr>
        </p:nvSpPr>
        <p:spPr>
          <a:xfrm>
            <a:off x="250873" y="201442"/>
            <a:ext cx="4610960" cy="374189"/>
          </a:xfrm>
          <a:prstGeom prst="rect">
            <a:avLst/>
          </a:prstGeom>
          <a:ln w="12700">
            <a:noFill/>
          </a:ln>
        </p:spPr>
        <p:txBody>
          <a:bodyPr vert="horz" wrap="square" lIns="0" tIns="0" rIns="0" bIns="0" rtlCol="0" anchor="t" anchorCtr="0">
            <a:spAutoFit/>
          </a:bodyPr>
          <a:lstStyle/>
          <a:p>
            <a:r>
              <a:rPr lang="en-US"/>
              <a:t>Click to edit Master title style</a:t>
            </a:r>
          </a:p>
        </p:txBody>
      </p:sp>
      <p:pic>
        <p:nvPicPr>
          <p:cNvPr id="4" name="Graphic 3">
            <a:extLst>
              <a:ext uri="{FF2B5EF4-FFF2-40B4-BE49-F238E27FC236}">
                <a16:creationId xmlns:a16="http://schemas.microsoft.com/office/drawing/2014/main" id="{AAA5D410-D725-EB3A-4C84-13475C737B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71463" y="4872038"/>
            <a:ext cx="677380" cy="209988"/>
          </a:xfrm>
          <a:prstGeom prst="rect">
            <a:avLst/>
          </a:prstGeom>
        </p:spPr>
      </p:pic>
    </p:spTree>
    <p:extLst>
      <p:ext uri="{BB962C8B-B14F-4D97-AF65-F5344CB8AC3E}">
        <p14:creationId xmlns:p14="http://schemas.microsoft.com/office/powerpoint/2010/main" val="2694525815"/>
      </p:ext>
    </p:extLst>
  </p:cSld>
  <p:clrMap bg1="lt1" tx1="dk1" bg2="lt2" tx2="dk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 id="2147484037" r:id="rId12"/>
    <p:sldLayoutId id="2147484038" r:id="rId13"/>
    <p:sldLayoutId id="2147484039" r:id="rId14"/>
    <p:sldLayoutId id="2147484040" r:id="rId15"/>
    <p:sldLayoutId id="2147484041" r:id="rId16"/>
    <p:sldLayoutId id="2147484042" r:id="rId17"/>
    <p:sldLayoutId id="2147484043" r:id="rId18"/>
    <p:sldLayoutId id="2147484044" r:id="rId19"/>
    <p:sldLayoutId id="2147484045" r:id="rId20"/>
    <p:sldLayoutId id="2147484046" r:id="rId21"/>
    <p:sldLayoutId id="2147484047" r:id="rId22"/>
    <p:sldLayoutId id="2147484048" r:id="rId23"/>
    <p:sldLayoutId id="2147484049" r:id="rId24"/>
    <p:sldLayoutId id="2147484050" r:id="rId25"/>
    <p:sldLayoutId id="2147484051" r:id="rId26"/>
    <p:sldLayoutId id="2147484052"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fontAlgn="base" latinLnBrk="0" hangingPunct="1">
        <a:lnSpc>
          <a:spcPct val="110000"/>
        </a:lnSpc>
        <a:spcBef>
          <a:spcPct val="0"/>
        </a:spcBef>
        <a:buNone/>
        <a:defRPr sz="2325" b="0" i="0" kern="1200">
          <a:ln w="9525">
            <a:noFill/>
          </a:ln>
          <a:solidFill>
            <a:schemeClr val="tx1"/>
          </a:solidFill>
          <a:latin typeface="Aptos Light" panose="020B0004020202020204" pitchFamily="34" charset="0"/>
          <a:ea typeface="+mj-ea"/>
          <a:cs typeface="+mj-cs"/>
        </a:defRPr>
      </a:lvl1pPr>
    </p:titleStyle>
    <p:bodyStyle>
      <a:lvl1pPr marL="107156" marR="0" indent="-107156"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1pPr>
      <a:lvl2pPr marL="321469" marR="0" indent="-108943"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2pPr>
      <a:lvl3pPr marL="535781" marR="0" indent="-110729"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3pPr>
      <a:lvl4pPr marL="750094" marR="0" indent="-112514"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4pPr>
      <a:lvl5pPr marL="964406" marR="0" indent="-114300" algn="l" defTabSz="685800" rtl="0" eaLnBrk="1" fontAlgn="t" latinLnBrk="0" hangingPunct="1">
        <a:lnSpc>
          <a:spcPct val="100000"/>
        </a:lnSpc>
        <a:spcBef>
          <a:spcPts val="0"/>
        </a:spcBef>
        <a:spcAft>
          <a:spcPts val="525"/>
        </a:spcAft>
        <a:buClr>
          <a:srgbClr val="EB0000"/>
        </a:buClr>
        <a:buSzTx/>
        <a:buFont typeface="Arial" panose="020B0604020202020204" pitchFamily="34" charset="0"/>
        <a:buChar char="•"/>
        <a:tabLst/>
        <a:defRPr sz="1350" b="0" i="0" kern="1200">
          <a:ln>
            <a:noFill/>
          </a:ln>
          <a:solidFill>
            <a:schemeClr val="tx1"/>
          </a:solidFill>
          <a:latin typeface="+mn-lt"/>
          <a:ea typeface="Fira Sans" panose="020B0503050000020004" pitchFamily="34"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71">
          <p15:clr>
            <a:srgbClr val="000000"/>
          </p15:clr>
        </p15:guide>
        <p15:guide id="4" pos="5589">
          <p15:clr>
            <a:srgbClr val="000000"/>
          </p15:clr>
        </p15:guide>
        <p15:guide id="5" orient="horz" pos="171">
          <p15:clr>
            <a:srgbClr val="000000"/>
          </p15:clr>
        </p15:guide>
        <p15:guide id="8" orient="horz" pos="900">
          <p15:clr>
            <a:srgbClr val="000000"/>
          </p15:clr>
        </p15:guide>
        <p15:guide id="11" orient="horz" pos="1620">
          <p15:clr>
            <a:srgbClr val="000000"/>
          </p15:clr>
        </p15:guide>
        <p15:guide id="14" orient="horz" pos="3069">
          <p15:clr>
            <a:srgbClr val="000000"/>
          </p15:clr>
        </p15:guide>
        <p15:guide id="45" orient="horz" pos="2340">
          <p15:clr>
            <a:srgbClr val="000000"/>
          </p15:clr>
        </p15:guide>
        <p15:guide id="52" pos="1530">
          <p15:clr>
            <a:srgbClr val="000000"/>
          </p15:clr>
        </p15:guide>
        <p15:guide id="55" pos="2880">
          <p15:clr>
            <a:srgbClr val="000000"/>
          </p15:clr>
        </p15:guide>
        <p15:guide id="58" pos="4239">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6B7858F8-441F-9C52-5CC9-98B673D505B4}"/>
              </a:ext>
            </a:extLst>
          </p:cNvPr>
          <p:cNvSpPr txBox="1"/>
          <p:nvPr/>
        </p:nvSpPr>
        <p:spPr>
          <a:xfrm>
            <a:off x="96323" y="1047275"/>
            <a:ext cx="3826453" cy="1754326"/>
          </a:xfrm>
          <a:prstGeom prst="rect">
            <a:avLst/>
          </a:prstGeom>
          <a:noFill/>
        </p:spPr>
        <p:txBody>
          <a:bodyPr wrap="square" lIns="91440" tIns="45720" rIns="91440" bIns="45720" anchor="t">
            <a:spAutoFit/>
          </a:bodyPr>
          <a:lstStyle/>
          <a:p>
            <a:r>
              <a:rPr lang="en-US" sz="4400">
                <a:solidFill>
                  <a:schemeClr val="bg1"/>
                </a:solidFill>
                <a:latin typeface="+mj-lt"/>
                <a:ea typeface="Fira Sans Light" panose="020B0403050000020004" pitchFamily="34" charset="0"/>
              </a:rPr>
              <a:t>Rackspace Private AI</a:t>
            </a:r>
          </a:p>
          <a:p>
            <a:r>
              <a:rPr lang="en-GB" sz="2000" err="1">
                <a:solidFill>
                  <a:schemeClr val="bg1"/>
                </a:solidFill>
              </a:rPr>
              <a:t>RackAI</a:t>
            </a:r>
            <a:r>
              <a:rPr lang="en-GB" sz="2000">
                <a:solidFill>
                  <a:schemeClr val="bg1"/>
                </a:solidFill>
              </a:rPr>
              <a:t> Roadmap</a:t>
            </a:r>
            <a:endParaRPr lang="en-US">
              <a:solidFill>
                <a:schemeClr val="bg1"/>
              </a:solidFill>
            </a:endParaRPr>
          </a:p>
        </p:txBody>
      </p:sp>
    </p:spTree>
    <p:extLst>
      <p:ext uri="{BB962C8B-B14F-4D97-AF65-F5344CB8AC3E}">
        <p14:creationId xmlns:p14="http://schemas.microsoft.com/office/powerpoint/2010/main" val="3788465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DAE19-F1ED-2750-E364-6318DD5FC8E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DA88F9A-C4E7-36AD-E938-B35899CED331}"/>
              </a:ext>
            </a:extLst>
          </p:cNvPr>
          <p:cNvSpPr>
            <a:spLocks noGrp="1"/>
          </p:cNvSpPr>
          <p:nvPr>
            <p:ph type="title"/>
          </p:nvPr>
        </p:nvSpPr>
        <p:spPr>
          <a:xfrm>
            <a:off x="167918" y="168935"/>
            <a:ext cx="8621666" cy="455784"/>
          </a:xfrm>
        </p:spPr>
        <p:txBody>
          <a:bodyPr>
            <a:noAutofit/>
          </a:bodyPr>
          <a:lstStyle/>
          <a:p>
            <a:r>
              <a:rPr lang="en-GB" sz="2300" dirty="0" err="1">
                <a:latin typeface="Aptos Light"/>
              </a:rPr>
              <a:t>RackAI</a:t>
            </a:r>
            <a:r>
              <a:rPr lang="en-GB" sz="2300" dirty="0">
                <a:latin typeface="Aptos Light"/>
              </a:rPr>
              <a:t> Roadmap Progress</a:t>
            </a:r>
            <a:endParaRPr lang="en-US" sz="2300" dirty="0">
              <a:solidFill>
                <a:schemeClr val="bg1"/>
              </a:solidFill>
            </a:endParaRPr>
          </a:p>
        </p:txBody>
      </p:sp>
      <p:sp>
        <p:nvSpPr>
          <p:cNvPr id="2" name="Rounded Rectangle 1">
            <a:extLst>
              <a:ext uri="{FF2B5EF4-FFF2-40B4-BE49-F238E27FC236}">
                <a16:creationId xmlns:a16="http://schemas.microsoft.com/office/drawing/2014/main" id="{FA64B818-830C-6177-C057-04A4350B0B4E}"/>
              </a:ext>
            </a:extLst>
          </p:cNvPr>
          <p:cNvSpPr/>
          <p:nvPr/>
        </p:nvSpPr>
        <p:spPr>
          <a:xfrm>
            <a:off x="114013" y="4037725"/>
            <a:ext cx="6261622" cy="1041608"/>
          </a:xfrm>
          <a:prstGeom prst="roundRect">
            <a:avLst>
              <a:gd name="adj" fmla="val 9047"/>
            </a:avLst>
          </a:prstGeom>
          <a:solidFill>
            <a:schemeClr val="accent4">
              <a:lumMod val="20000"/>
              <a:lumOff val="80000"/>
            </a:schemeClr>
          </a:solidFill>
          <a:ln>
            <a:noFill/>
          </a:ln>
          <a:effectLst>
            <a:outerShdw blurRad="146519" dist="73818" dir="8100000" sx="99000" sy="99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Rounded Rectangle 2">
            <a:extLst>
              <a:ext uri="{FF2B5EF4-FFF2-40B4-BE49-F238E27FC236}">
                <a16:creationId xmlns:a16="http://schemas.microsoft.com/office/drawing/2014/main" id="{F9CD3DD5-9B20-FC6E-FBE9-6302D487D42B}"/>
              </a:ext>
            </a:extLst>
          </p:cNvPr>
          <p:cNvSpPr/>
          <p:nvPr/>
        </p:nvSpPr>
        <p:spPr>
          <a:xfrm>
            <a:off x="72735" y="2905958"/>
            <a:ext cx="6318877" cy="1041608"/>
          </a:xfrm>
          <a:prstGeom prst="roundRect">
            <a:avLst>
              <a:gd name="adj" fmla="val 10266"/>
            </a:avLst>
          </a:prstGeom>
          <a:solidFill>
            <a:schemeClr val="accent4">
              <a:lumMod val="20000"/>
              <a:lumOff val="80000"/>
            </a:schemeClr>
          </a:solidFill>
          <a:ln>
            <a:noFill/>
          </a:ln>
          <a:effectLst>
            <a:outerShdw blurRad="146519" dist="73818" dir="8100000" sx="99000" sy="99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ounded Rectangle 3">
            <a:extLst>
              <a:ext uri="{FF2B5EF4-FFF2-40B4-BE49-F238E27FC236}">
                <a16:creationId xmlns:a16="http://schemas.microsoft.com/office/drawing/2014/main" id="{2AC7C31C-6FFF-6ED3-36C3-2606E786A071}"/>
              </a:ext>
            </a:extLst>
          </p:cNvPr>
          <p:cNvSpPr/>
          <p:nvPr/>
        </p:nvSpPr>
        <p:spPr>
          <a:xfrm>
            <a:off x="72735" y="1767297"/>
            <a:ext cx="6282329" cy="1041608"/>
          </a:xfrm>
          <a:prstGeom prst="roundRect">
            <a:avLst>
              <a:gd name="adj" fmla="val 10571"/>
            </a:avLst>
          </a:prstGeom>
          <a:solidFill>
            <a:schemeClr val="accent4">
              <a:lumMod val="20000"/>
              <a:lumOff val="80000"/>
            </a:schemeClr>
          </a:solidFill>
          <a:ln>
            <a:noFill/>
          </a:ln>
          <a:effectLst>
            <a:outerShdw blurRad="146519" dist="73818" dir="8100000" sx="99000" sy="99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ounded Rectangle 4">
            <a:extLst>
              <a:ext uri="{FF2B5EF4-FFF2-40B4-BE49-F238E27FC236}">
                <a16:creationId xmlns:a16="http://schemas.microsoft.com/office/drawing/2014/main" id="{39AF57E2-7798-EB9D-4C6B-FED326DDB236}"/>
              </a:ext>
            </a:extLst>
          </p:cNvPr>
          <p:cNvSpPr/>
          <p:nvPr/>
        </p:nvSpPr>
        <p:spPr>
          <a:xfrm>
            <a:off x="72736" y="612968"/>
            <a:ext cx="6282327" cy="1041608"/>
          </a:xfrm>
          <a:prstGeom prst="roundRect">
            <a:avLst>
              <a:gd name="adj" fmla="val 10266"/>
            </a:avLst>
          </a:prstGeom>
          <a:solidFill>
            <a:schemeClr val="accent4">
              <a:lumMod val="20000"/>
              <a:lumOff val="80000"/>
            </a:schemeClr>
          </a:solidFill>
          <a:ln>
            <a:noFill/>
          </a:ln>
          <a:effectLst>
            <a:outerShdw blurRad="146519" dist="73818" dir="8100000" sx="99000" sy="99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TextBox 5">
            <a:extLst>
              <a:ext uri="{FF2B5EF4-FFF2-40B4-BE49-F238E27FC236}">
                <a16:creationId xmlns:a16="http://schemas.microsoft.com/office/drawing/2014/main" id="{86A27CDD-31DD-1B0D-D050-3A8FA7C3E464}"/>
              </a:ext>
            </a:extLst>
          </p:cNvPr>
          <p:cNvSpPr txBox="1"/>
          <p:nvPr/>
        </p:nvSpPr>
        <p:spPr>
          <a:xfrm>
            <a:off x="72736" y="4052452"/>
            <a:ext cx="2211600" cy="523220"/>
          </a:xfrm>
          <a:prstGeom prst="rect">
            <a:avLst/>
          </a:prstGeom>
          <a:noFill/>
        </p:spPr>
        <p:txBody>
          <a:bodyPr wrap="square" rtlCol="0">
            <a:spAutoFit/>
          </a:bodyPr>
          <a:lstStyle/>
          <a:p>
            <a:r>
              <a:rPr lang="en-US" sz="1400"/>
              <a:t>Core </a:t>
            </a:r>
            <a:br>
              <a:rPr lang="en-US" sz="1400"/>
            </a:br>
            <a:r>
              <a:rPr lang="en-US" sz="1400"/>
              <a:t>Platform</a:t>
            </a:r>
          </a:p>
        </p:txBody>
      </p:sp>
      <p:sp>
        <p:nvSpPr>
          <p:cNvPr id="7" name="TextBox 6">
            <a:extLst>
              <a:ext uri="{FF2B5EF4-FFF2-40B4-BE49-F238E27FC236}">
                <a16:creationId xmlns:a16="http://schemas.microsoft.com/office/drawing/2014/main" id="{C904B319-EC8C-6365-9457-0C0DFE4794F1}"/>
              </a:ext>
            </a:extLst>
          </p:cNvPr>
          <p:cNvSpPr txBox="1"/>
          <p:nvPr/>
        </p:nvSpPr>
        <p:spPr>
          <a:xfrm>
            <a:off x="72736" y="2909875"/>
            <a:ext cx="2211600" cy="523220"/>
          </a:xfrm>
          <a:prstGeom prst="rect">
            <a:avLst/>
          </a:prstGeom>
          <a:noFill/>
        </p:spPr>
        <p:txBody>
          <a:bodyPr wrap="square" rtlCol="0">
            <a:spAutoFit/>
          </a:bodyPr>
          <a:lstStyle/>
          <a:p>
            <a:r>
              <a:rPr lang="en-US" sz="1400"/>
              <a:t>Core </a:t>
            </a:r>
            <a:br>
              <a:rPr lang="en-US" sz="1400"/>
            </a:br>
            <a:r>
              <a:rPr lang="en-US" sz="1400"/>
              <a:t>Services</a:t>
            </a:r>
          </a:p>
        </p:txBody>
      </p:sp>
      <p:sp>
        <p:nvSpPr>
          <p:cNvPr id="8" name="TextBox 7">
            <a:extLst>
              <a:ext uri="{FF2B5EF4-FFF2-40B4-BE49-F238E27FC236}">
                <a16:creationId xmlns:a16="http://schemas.microsoft.com/office/drawing/2014/main" id="{451794D3-BD75-B0D9-9249-1894667B51B5}"/>
              </a:ext>
            </a:extLst>
          </p:cNvPr>
          <p:cNvSpPr txBox="1"/>
          <p:nvPr/>
        </p:nvSpPr>
        <p:spPr>
          <a:xfrm>
            <a:off x="72736" y="1767297"/>
            <a:ext cx="2211600" cy="307777"/>
          </a:xfrm>
          <a:prstGeom prst="rect">
            <a:avLst/>
          </a:prstGeom>
          <a:noFill/>
        </p:spPr>
        <p:txBody>
          <a:bodyPr wrap="square" rtlCol="0">
            <a:spAutoFit/>
          </a:bodyPr>
          <a:lstStyle/>
          <a:p>
            <a:r>
              <a:rPr lang="en-US" sz="1400"/>
              <a:t>APIs/CLIs</a:t>
            </a:r>
          </a:p>
        </p:txBody>
      </p:sp>
      <p:sp>
        <p:nvSpPr>
          <p:cNvPr id="9" name="TextBox 8">
            <a:extLst>
              <a:ext uri="{FF2B5EF4-FFF2-40B4-BE49-F238E27FC236}">
                <a16:creationId xmlns:a16="http://schemas.microsoft.com/office/drawing/2014/main" id="{392876EC-FC6B-A239-DC3C-3C86DD4372C3}"/>
              </a:ext>
            </a:extLst>
          </p:cNvPr>
          <p:cNvSpPr txBox="1"/>
          <p:nvPr/>
        </p:nvSpPr>
        <p:spPr>
          <a:xfrm>
            <a:off x="72736" y="624719"/>
            <a:ext cx="2211600" cy="307777"/>
          </a:xfrm>
          <a:prstGeom prst="rect">
            <a:avLst/>
          </a:prstGeom>
          <a:noFill/>
        </p:spPr>
        <p:txBody>
          <a:bodyPr wrap="square" rtlCol="0">
            <a:spAutoFit/>
          </a:bodyPr>
          <a:lstStyle/>
          <a:p>
            <a:r>
              <a:rPr lang="en-US" sz="1400"/>
              <a:t>UI/UX</a:t>
            </a:r>
          </a:p>
        </p:txBody>
      </p:sp>
      <p:sp>
        <p:nvSpPr>
          <p:cNvPr id="11" name="Rounded Rectangle 10">
            <a:extLst>
              <a:ext uri="{FF2B5EF4-FFF2-40B4-BE49-F238E27FC236}">
                <a16:creationId xmlns:a16="http://schemas.microsoft.com/office/drawing/2014/main" id="{215D21C5-694D-9B14-99C1-4D19137B5AC4}"/>
              </a:ext>
            </a:extLst>
          </p:cNvPr>
          <p:cNvSpPr/>
          <p:nvPr/>
        </p:nvSpPr>
        <p:spPr>
          <a:xfrm>
            <a:off x="6422529" y="589296"/>
            <a:ext cx="1526730" cy="4481092"/>
          </a:xfrm>
          <a:prstGeom prst="roundRect">
            <a:avLst>
              <a:gd name="adj" fmla="val 6685"/>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TextBox 11">
            <a:extLst>
              <a:ext uri="{FF2B5EF4-FFF2-40B4-BE49-F238E27FC236}">
                <a16:creationId xmlns:a16="http://schemas.microsoft.com/office/drawing/2014/main" id="{AF86698B-0579-F733-03EE-66B3C5EC5B66}"/>
              </a:ext>
            </a:extLst>
          </p:cNvPr>
          <p:cNvSpPr txBox="1"/>
          <p:nvPr/>
        </p:nvSpPr>
        <p:spPr>
          <a:xfrm>
            <a:off x="6511275" y="592375"/>
            <a:ext cx="2211600" cy="523220"/>
          </a:xfrm>
          <a:prstGeom prst="rect">
            <a:avLst/>
          </a:prstGeom>
          <a:noFill/>
        </p:spPr>
        <p:txBody>
          <a:bodyPr wrap="square" rtlCol="0">
            <a:spAutoFit/>
          </a:bodyPr>
          <a:lstStyle/>
          <a:p>
            <a:r>
              <a:rPr lang="en-US" sz="1400" dirty="0"/>
              <a:t>CSP Platform </a:t>
            </a:r>
            <a:br>
              <a:rPr lang="en-US" sz="1400" dirty="0"/>
            </a:br>
            <a:r>
              <a:rPr lang="en-US" sz="1400" dirty="0"/>
              <a:t>Capabilities</a:t>
            </a:r>
          </a:p>
        </p:txBody>
      </p:sp>
      <p:sp>
        <p:nvSpPr>
          <p:cNvPr id="16" name="Rectangle 15">
            <a:extLst>
              <a:ext uri="{FF2B5EF4-FFF2-40B4-BE49-F238E27FC236}">
                <a16:creationId xmlns:a16="http://schemas.microsoft.com/office/drawing/2014/main" id="{CFB3D41E-707C-F19F-73EC-FD5727C01FE1}"/>
              </a:ext>
            </a:extLst>
          </p:cNvPr>
          <p:cNvSpPr/>
          <p:nvPr/>
        </p:nvSpPr>
        <p:spPr>
          <a:xfrm>
            <a:off x="994794" y="1802527"/>
            <a:ext cx="685801" cy="46412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Inference Endpoint API</a:t>
            </a:r>
          </a:p>
        </p:txBody>
      </p:sp>
      <p:sp>
        <p:nvSpPr>
          <p:cNvPr id="17" name="Rectangle 16">
            <a:extLst>
              <a:ext uri="{FF2B5EF4-FFF2-40B4-BE49-F238E27FC236}">
                <a16:creationId xmlns:a16="http://schemas.microsoft.com/office/drawing/2014/main" id="{4F1F9754-320F-3715-BADE-CDB12DD1F722}"/>
              </a:ext>
            </a:extLst>
          </p:cNvPr>
          <p:cNvSpPr/>
          <p:nvPr/>
        </p:nvSpPr>
        <p:spPr>
          <a:xfrm>
            <a:off x="991005" y="2318533"/>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Inference Embeddings</a:t>
            </a:r>
          </a:p>
        </p:txBody>
      </p:sp>
      <p:sp>
        <p:nvSpPr>
          <p:cNvPr id="39" name="Rectangle 38">
            <a:extLst>
              <a:ext uri="{FF2B5EF4-FFF2-40B4-BE49-F238E27FC236}">
                <a16:creationId xmlns:a16="http://schemas.microsoft.com/office/drawing/2014/main" id="{842688CA-AB96-D0CB-6560-7F18DCE557B1}"/>
              </a:ext>
            </a:extLst>
          </p:cNvPr>
          <p:cNvSpPr/>
          <p:nvPr/>
        </p:nvSpPr>
        <p:spPr>
          <a:xfrm>
            <a:off x="1758974" y="1802527"/>
            <a:ext cx="685801" cy="464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Dataset Creation</a:t>
            </a:r>
          </a:p>
        </p:txBody>
      </p:sp>
      <p:sp>
        <p:nvSpPr>
          <p:cNvPr id="48" name="Rectangle 47">
            <a:extLst>
              <a:ext uri="{FF2B5EF4-FFF2-40B4-BE49-F238E27FC236}">
                <a16:creationId xmlns:a16="http://schemas.microsoft.com/office/drawing/2014/main" id="{F97474CC-C79F-022F-80D3-1507CD2B6FF8}"/>
              </a:ext>
            </a:extLst>
          </p:cNvPr>
          <p:cNvSpPr/>
          <p:nvPr/>
        </p:nvSpPr>
        <p:spPr>
          <a:xfrm>
            <a:off x="1755186" y="2313267"/>
            <a:ext cx="685801" cy="464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Dataset Attach</a:t>
            </a:r>
          </a:p>
        </p:txBody>
      </p:sp>
      <p:sp>
        <p:nvSpPr>
          <p:cNvPr id="52" name="Rectangle 51">
            <a:extLst>
              <a:ext uri="{FF2B5EF4-FFF2-40B4-BE49-F238E27FC236}">
                <a16:creationId xmlns:a16="http://schemas.microsoft.com/office/drawing/2014/main" id="{AAD52991-F137-096D-22D9-F2C47BDB463D}"/>
              </a:ext>
            </a:extLst>
          </p:cNvPr>
          <p:cNvSpPr/>
          <p:nvPr/>
        </p:nvSpPr>
        <p:spPr>
          <a:xfrm>
            <a:off x="2519758" y="1802527"/>
            <a:ext cx="685801" cy="464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Fine-Tuning</a:t>
            </a:r>
          </a:p>
          <a:p>
            <a:pPr algn="ctr"/>
            <a:r>
              <a:rPr lang="en-US" sz="900"/>
              <a:t>Jobs</a:t>
            </a:r>
          </a:p>
        </p:txBody>
      </p:sp>
      <p:sp>
        <p:nvSpPr>
          <p:cNvPr id="61" name="Rectangle 60">
            <a:extLst>
              <a:ext uri="{FF2B5EF4-FFF2-40B4-BE49-F238E27FC236}">
                <a16:creationId xmlns:a16="http://schemas.microsoft.com/office/drawing/2014/main" id="{179A2871-198C-C18F-D64F-D82B7CE91122}"/>
              </a:ext>
            </a:extLst>
          </p:cNvPr>
          <p:cNvSpPr/>
          <p:nvPr/>
        </p:nvSpPr>
        <p:spPr>
          <a:xfrm>
            <a:off x="2515805" y="2313267"/>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Model Inventory</a:t>
            </a:r>
          </a:p>
        </p:txBody>
      </p:sp>
      <p:sp>
        <p:nvSpPr>
          <p:cNvPr id="63" name="Rectangle 62">
            <a:extLst>
              <a:ext uri="{FF2B5EF4-FFF2-40B4-BE49-F238E27FC236}">
                <a16:creationId xmlns:a16="http://schemas.microsoft.com/office/drawing/2014/main" id="{3BCDF909-2A31-EC72-B8EE-FF474059DD88}"/>
              </a:ext>
            </a:extLst>
          </p:cNvPr>
          <p:cNvSpPr/>
          <p:nvPr/>
        </p:nvSpPr>
        <p:spPr>
          <a:xfrm>
            <a:off x="3280542" y="1802527"/>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API Key </a:t>
            </a:r>
            <a:r>
              <a:rPr lang="en-US" sz="900" err="1"/>
              <a:t>Mgmt</a:t>
            </a:r>
            <a:endParaRPr lang="en-US" sz="900"/>
          </a:p>
        </p:txBody>
      </p:sp>
      <p:sp>
        <p:nvSpPr>
          <p:cNvPr id="66" name="Rectangle 65">
            <a:extLst>
              <a:ext uri="{FF2B5EF4-FFF2-40B4-BE49-F238E27FC236}">
                <a16:creationId xmlns:a16="http://schemas.microsoft.com/office/drawing/2014/main" id="{CA332560-8BE3-356C-0C2A-C0D0C8EBA627}"/>
              </a:ext>
            </a:extLst>
          </p:cNvPr>
          <p:cNvSpPr/>
          <p:nvPr/>
        </p:nvSpPr>
        <p:spPr>
          <a:xfrm>
            <a:off x="4037859" y="1802527"/>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Batch API Handlers</a:t>
            </a:r>
          </a:p>
        </p:txBody>
      </p:sp>
      <p:sp>
        <p:nvSpPr>
          <p:cNvPr id="67" name="Rectangle 66">
            <a:extLst>
              <a:ext uri="{FF2B5EF4-FFF2-40B4-BE49-F238E27FC236}">
                <a16:creationId xmlns:a16="http://schemas.microsoft.com/office/drawing/2014/main" id="{E4BB34DF-16E1-0E2B-80A9-FC54BF4002DA}"/>
              </a:ext>
            </a:extLst>
          </p:cNvPr>
          <p:cNvSpPr/>
          <p:nvPr/>
        </p:nvSpPr>
        <p:spPr>
          <a:xfrm>
            <a:off x="3277568" y="2313267"/>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API Gateways</a:t>
            </a:r>
          </a:p>
        </p:txBody>
      </p:sp>
      <p:sp>
        <p:nvSpPr>
          <p:cNvPr id="68" name="Rectangle 67">
            <a:extLst>
              <a:ext uri="{FF2B5EF4-FFF2-40B4-BE49-F238E27FC236}">
                <a16:creationId xmlns:a16="http://schemas.microsoft.com/office/drawing/2014/main" id="{A03C4A50-2F22-AFD0-788D-D57B6D4B54B6}"/>
              </a:ext>
            </a:extLst>
          </p:cNvPr>
          <p:cNvSpPr/>
          <p:nvPr/>
        </p:nvSpPr>
        <p:spPr>
          <a:xfrm>
            <a:off x="984805" y="2940442"/>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err="1"/>
              <a:t>vLLM</a:t>
            </a:r>
            <a:br>
              <a:rPr lang="en-US" sz="900"/>
            </a:br>
            <a:r>
              <a:rPr lang="en-US" sz="900"/>
              <a:t>Runtime</a:t>
            </a:r>
          </a:p>
        </p:txBody>
      </p:sp>
      <p:sp>
        <p:nvSpPr>
          <p:cNvPr id="69" name="Rectangle 68">
            <a:extLst>
              <a:ext uri="{FF2B5EF4-FFF2-40B4-BE49-F238E27FC236}">
                <a16:creationId xmlns:a16="http://schemas.microsoft.com/office/drawing/2014/main" id="{5BDF15B1-E914-1D3D-C419-5650523048F2}"/>
              </a:ext>
            </a:extLst>
          </p:cNvPr>
          <p:cNvSpPr/>
          <p:nvPr/>
        </p:nvSpPr>
        <p:spPr>
          <a:xfrm>
            <a:off x="979294" y="3447822"/>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Model Registry</a:t>
            </a:r>
          </a:p>
        </p:txBody>
      </p:sp>
      <p:sp>
        <p:nvSpPr>
          <p:cNvPr id="70" name="Rectangle 69">
            <a:extLst>
              <a:ext uri="{FF2B5EF4-FFF2-40B4-BE49-F238E27FC236}">
                <a16:creationId xmlns:a16="http://schemas.microsoft.com/office/drawing/2014/main" id="{B9297A8C-D901-E766-C246-A04695F999EA}"/>
              </a:ext>
            </a:extLst>
          </p:cNvPr>
          <p:cNvSpPr/>
          <p:nvPr/>
        </p:nvSpPr>
        <p:spPr>
          <a:xfrm>
            <a:off x="1749441" y="2940442"/>
            <a:ext cx="685801" cy="45886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NVIDIA</a:t>
            </a:r>
            <a:br>
              <a:rPr lang="en-US" sz="900"/>
            </a:br>
            <a:r>
              <a:rPr lang="en-US" sz="900"/>
              <a:t>NIM</a:t>
            </a:r>
          </a:p>
        </p:txBody>
      </p:sp>
      <p:sp>
        <p:nvSpPr>
          <p:cNvPr id="71" name="Rectangle 70">
            <a:extLst>
              <a:ext uri="{FF2B5EF4-FFF2-40B4-BE49-F238E27FC236}">
                <a16:creationId xmlns:a16="http://schemas.microsoft.com/office/drawing/2014/main" id="{917A8E09-92B7-391F-E30B-BC4B1BFE3FC5}"/>
              </a:ext>
            </a:extLst>
          </p:cNvPr>
          <p:cNvSpPr/>
          <p:nvPr/>
        </p:nvSpPr>
        <p:spPr>
          <a:xfrm>
            <a:off x="1749440" y="3447822"/>
            <a:ext cx="685801" cy="45886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LoRa</a:t>
            </a:r>
            <a:br>
              <a:rPr lang="en-US" sz="900"/>
            </a:br>
            <a:r>
              <a:rPr lang="en-US" sz="900"/>
              <a:t>Fine-Tuning</a:t>
            </a:r>
          </a:p>
        </p:txBody>
      </p:sp>
      <p:sp>
        <p:nvSpPr>
          <p:cNvPr id="72" name="Rectangle 71">
            <a:extLst>
              <a:ext uri="{FF2B5EF4-FFF2-40B4-BE49-F238E27FC236}">
                <a16:creationId xmlns:a16="http://schemas.microsoft.com/office/drawing/2014/main" id="{C5B6BE36-3177-B66D-ABD1-A67BDC334D76}"/>
              </a:ext>
            </a:extLst>
          </p:cNvPr>
          <p:cNvSpPr/>
          <p:nvPr/>
        </p:nvSpPr>
        <p:spPr>
          <a:xfrm>
            <a:off x="2515805" y="2940442"/>
            <a:ext cx="685801" cy="45886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PEFT/SFT</a:t>
            </a:r>
            <a:br>
              <a:rPr lang="en-US" sz="900" dirty="0"/>
            </a:br>
            <a:r>
              <a:rPr lang="en-US" sz="900" dirty="0"/>
              <a:t>Fine-Tuning</a:t>
            </a:r>
          </a:p>
        </p:txBody>
      </p:sp>
      <p:sp>
        <p:nvSpPr>
          <p:cNvPr id="73" name="Rectangle 72">
            <a:extLst>
              <a:ext uri="{FF2B5EF4-FFF2-40B4-BE49-F238E27FC236}">
                <a16:creationId xmlns:a16="http://schemas.microsoft.com/office/drawing/2014/main" id="{E77D5FA6-1E20-83CA-4A71-A961CD256187}"/>
              </a:ext>
            </a:extLst>
          </p:cNvPr>
          <p:cNvSpPr/>
          <p:nvPr/>
        </p:nvSpPr>
        <p:spPr>
          <a:xfrm>
            <a:off x="2515805" y="3447822"/>
            <a:ext cx="685801" cy="45886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QLORA</a:t>
            </a:r>
            <a:br>
              <a:rPr lang="en-US" sz="900"/>
            </a:br>
            <a:r>
              <a:rPr lang="en-US" sz="900"/>
              <a:t>Fine-Tuning</a:t>
            </a:r>
          </a:p>
        </p:txBody>
      </p:sp>
      <p:sp>
        <p:nvSpPr>
          <p:cNvPr id="74" name="Rectangle 73">
            <a:extLst>
              <a:ext uri="{FF2B5EF4-FFF2-40B4-BE49-F238E27FC236}">
                <a16:creationId xmlns:a16="http://schemas.microsoft.com/office/drawing/2014/main" id="{E08A271C-5FBD-F71B-ACDD-899AF0F2C477}"/>
              </a:ext>
            </a:extLst>
          </p:cNvPr>
          <p:cNvSpPr/>
          <p:nvPr/>
        </p:nvSpPr>
        <p:spPr>
          <a:xfrm>
            <a:off x="3277568" y="2940442"/>
            <a:ext cx="685801" cy="458860"/>
          </a:xfrm>
          <a:prstGeom prst="rect">
            <a:avLst/>
          </a:prstGeom>
          <a:solidFill>
            <a:schemeClr val="accent4">
              <a:lumMod val="7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AMD AIE</a:t>
            </a:r>
          </a:p>
        </p:txBody>
      </p:sp>
      <p:sp>
        <p:nvSpPr>
          <p:cNvPr id="75" name="Rectangle 74">
            <a:extLst>
              <a:ext uri="{FF2B5EF4-FFF2-40B4-BE49-F238E27FC236}">
                <a16:creationId xmlns:a16="http://schemas.microsoft.com/office/drawing/2014/main" id="{C25DE21F-C8E2-8620-2D72-48A5A7A5BFAC}"/>
              </a:ext>
            </a:extLst>
          </p:cNvPr>
          <p:cNvSpPr/>
          <p:nvPr/>
        </p:nvSpPr>
        <p:spPr>
          <a:xfrm>
            <a:off x="3277568" y="3447822"/>
            <a:ext cx="685801" cy="45886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err="1"/>
              <a:t>SGLang</a:t>
            </a:r>
            <a:br>
              <a:rPr lang="en-US" sz="900"/>
            </a:br>
            <a:r>
              <a:rPr lang="en-US" sz="900"/>
              <a:t>Runtime</a:t>
            </a:r>
          </a:p>
        </p:txBody>
      </p:sp>
      <p:sp>
        <p:nvSpPr>
          <p:cNvPr id="76" name="Rectangle 75">
            <a:extLst>
              <a:ext uri="{FF2B5EF4-FFF2-40B4-BE49-F238E27FC236}">
                <a16:creationId xmlns:a16="http://schemas.microsoft.com/office/drawing/2014/main" id="{370F2FF0-5BD5-A7ED-CE78-A625B1B6398A}"/>
              </a:ext>
            </a:extLst>
          </p:cNvPr>
          <p:cNvSpPr/>
          <p:nvPr/>
        </p:nvSpPr>
        <p:spPr>
          <a:xfrm>
            <a:off x="4034705" y="2940442"/>
            <a:ext cx="685801" cy="45886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Model Routing</a:t>
            </a:r>
          </a:p>
        </p:txBody>
      </p:sp>
      <p:sp>
        <p:nvSpPr>
          <p:cNvPr id="77" name="Rectangle 76">
            <a:extLst>
              <a:ext uri="{FF2B5EF4-FFF2-40B4-BE49-F238E27FC236}">
                <a16:creationId xmlns:a16="http://schemas.microsoft.com/office/drawing/2014/main" id="{DF0B4958-3237-7303-BD2E-E75FACA4E538}"/>
              </a:ext>
            </a:extLst>
          </p:cNvPr>
          <p:cNvSpPr/>
          <p:nvPr/>
        </p:nvSpPr>
        <p:spPr>
          <a:xfrm>
            <a:off x="4034705" y="3447822"/>
            <a:ext cx="685801" cy="45886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Multi-Model</a:t>
            </a:r>
            <a:br>
              <a:rPr lang="en-US" sz="900" dirty="0"/>
            </a:br>
            <a:r>
              <a:rPr lang="en-US" sz="900" dirty="0"/>
              <a:t>Serving</a:t>
            </a:r>
          </a:p>
        </p:txBody>
      </p:sp>
      <p:sp>
        <p:nvSpPr>
          <p:cNvPr id="78" name="Rectangle 77">
            <a:extLst>
              <a:ext uri="{FF2B5EF4-FFF2-40B4-BE49-F238E27FC236}">
                <a16:creationId xmlns:a16="http://schemas.microsoft.com/office/drawing/2014/main" id="{DD95685C-8E57-1091-941E-ABC5E1D8EB06}"/>
              </a:ext>
            </a:extLst>
          </p:cNvPr>
          <p:cNvSpPr/>
          <p:nvPr/>
        </p:nvSpPr>
        <p:spPr>
          <a:xfrm>
            <a:off x="4790672" y="2940442"/>
            <a:ext cx="685801" cy="45886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Dataset Registry</a:t>
            </a:r>
          </a:p>
        </p:txBody>
      </p:sp>
      <p:sp>
        <p:nvSpPr>
          <p:cNvPr id="79" name="Rectangle 78">
            <a:extLst>
              <a:ext uri="{FF2B5EF4-FFF2-40B4-BE49-F238E27FC236}">
                <a16:creationId xmlns:a16="http://schemas.microsoft.com/office/drawing/2014/main" id="{B7ABBF80-DC18-C452-D733-44E6F4130C8A}"/>
              </a:ext>
            </a:extLst>
          </p:cNvPr>
          <p:cNvSpPr/>
          <p:nvPr/>
        </p:nvSpPr>
        <p:spPr>
          <a:xfrm>
            <a:off x="981504" y="4087681"/>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Core Networking</a:t>
            </a:r>
          </a:p>
        </p:txBody>
      </p:sp>
      <p:sp>
        <p:nvSpPr>
          <p:cNvPr id="80" name="Rectangle 79">
            <a:extLst>
              <a:ext uri="{FF2B5EF4-FFF2-40B4-BE49-F238E27FC236}">
                <a16:creationId xmlns:a16="http://schemas.microsoft.com/office/drawing/2014/main" id="{A1832DB0-D018-076C-791B-F9E43D6C520E}"/>
              </a:ext>
            </a:extLst>
          </p:cNvPr>
          <p:cNvSpPr/>
          <p:nvPr/>
        </p:nvSpPr>
        <p:spPr>
          <a:xfrm>
            <a:off x="975993" y="4595061"/>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Object Storage</a:t>
            </a:r>
          </a:p>
        </p:txBody>
      </p:sp>
      <p:sp>
        <p:nvSpPr>
          <p:cNvPr id="81" name="Rectangle 80">
            <a:extLst>
              <a:ext uri="{FF2B5EF4-FFF2-40B4-BE49-F238E27FC236}">
                <a16:creationId xmlns:a16="http://schemas.microsoft.com/office/drawing/2014/main" id="{65C828DE-7749-3439-9497-1D40A879FE5A}"/>
              </a:ext>
            </a:extLst>
          </p:cNvPr>
          <p:cNvSpPr/>
          <p:nvPr/>
        </p:nvSpPr>
        <p:spPr>
          <a:xfrm>
            <a:off x="1752855" y="4087681"/>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File Storage</a:t>
            </a:r>
          </a:p>
        </p:txBody>
      </p:sp>
      <p:sp>
        <p:nvSpPr>
          <p:cNvPr id="82" name="Rectangle 81">
            <a:extLst>
              <a:ext uri="{FF2B5EF4-FFF2-40B4-BE49-F238E27FC236}">
                <a16:creationId xmlns:a16="http://schemas.microsoft.com/office/drawing/2014/main" id="{C72E8131-C5AB-FFC9-F02B-9E2C0D028BD9}"/>
              </a:ext>
            </a:extLst>
          </p:cNvPr>
          <p:cNvSpPr/>
          <p:nvPr/>
        </p:nvSpPr>
        <p:spPr>
          <a:xfrm>
            <a:off x="1747344" y="4595061"/>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Managed Kubernetes</a:t>
            </a:r>
          </a:p>
        </p:txBody>
      </p:sp>
      <p:sp>
        <p:nvSpPr>
          <p:cNvPr id="83" name="Rectangle 82">
            <a:extLst>
              <a:ext uri="{FF2B5EF4-FFF2-40B4-BE49-F238E27FC236}">
                <a16:creationId xmlns:a16="http://schemas.microsoft.com/office/drawing/2014/main" id="{8487C6D1-E2B9-2FFB-C438-021B4A7D2085}"/>
              </a:ext>
            </a:extLst>
          </p:cNvPr>
          <p:cNvSpPr/>
          <p:nvPr/>
        </p:nvSpPr>
        <p:spPr>
          <a:xfrm>
            <a:off x="2517137" y="4087681"/>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GPU Scheduler</a:t>
            </a:r>
          </a:p>
        </p:txBody>
      </p:sp>
      <p:sp>
        <p:nvSpPr>
          <p:cNvPr id="84" name="Rectangle 83">
            <a:extLst>
              <a:ext uri="{FF2B5EF4-FFF2-40B4-BE49-F238E27FC236}">
                <a16:creationId xmlns:a16="http://schemas.microsoft.com/office/drawing/2014/main" id="{532088FD-5168-CB2A-2787-1C571D304C8F}"/>
              </a:ext>
            </a:extLst>
          </p:cNvPr>
          <p:cNvSpPr/>
          <p:nvPr/>
        </p:nvSpPr>
        <p:spPr>
          <a:xfrm>
            <a:off x="2511626" y="4595061"/>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NVIDIA GPUs (CUDA)</a:t>
            </a:r>
          </a:p>
        </p:txBody>
      </p:sp>
      <p:sp>
        <p:nvSpPr>
          <p:cNvPr id="85" name="Rectangle 84">
            <a:extLst>
              <a:ext uri="{FF2B5EF4-FFF2-40B4-BE49-F238E27FC236}">
                <a16:creationId xmlns:a16="http://schemas.microsoft.com/office/drawing/2014/main" id="{A63916B9-5974-60B4-C07C-B540ED56F84A}"/>
              </a:ext>
            </a:extLst>
          </p:cNvPr>
          <p:cNvSpPr/>
          <p:nvPr/>
        </p:nvSpPr>
        <p:spPr>
          <a:xfrm>
            <a:off x="3275908" y="4087681"/>
            <a:ext cx="685801" cy="458860"/>
          </a:xfrm>
          <a:prstGeom prst="rect">
            <a:avLst/>
          </a:prstGeom>
          <a:solidFill>
            <a:schemeClr val="accent4">
              <a:lumMod val="7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AMD GPUs</a:t>
            </a:r>
            <a:br>
              <a:rPr lang="en-US" sz="900" dirty="0"/>
            </a:br>
            <a:r>
              <a:rPr lang="en-US" sz="900" dirty="0"/>
              <a:t>(</a:t>
            </a:r>
            <a:r>
              <a:rPr lang="en-US" sz="900" dirty="0" err="1"/>
              <a:t>ROCm</a:t>
            </a:r>
            <a:r>
              <a:rPr lang="en-US" sz="900" dirty="0"/>
              <a:t>)</a:t>
            </a:r>
          </a:p>
        </p:txBody>
      </p:sp>
      <p:sp>
        <p:nvSpPr>
          <p:cNvPr id="86" name="Rectangle 85">
            <a:extLst>
              <a:ext uri="{FF2B5EF4-FFF2-40B4-BE49-F238E27FC236}">
                <a16:creationId xmlns:a16="http://schemas.microsoft.com/office/drawing/2014/main" id="{0FBD1ED4-1E33-1F6F-9091-EE8E58A63DA8}"/>
              </a:ext>
            </a:extLst>
          </p:cNvPr>
          <p:cNvSpPr/>
          <p:nvPr/>
        </p:nvSpPr>
        <p:spPr>
          <a:xfrm>
            <a:off x="3270397" y="4595061"/>
            <a:ext cx="685801" cy="45886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Cluster Autoscaling</a:t>
            </a:r>
          </a:p>
        </p:txBody>
      </p:sp>
      <p:sp>
        <p:nvSpPr>
          <p:cNvPr id="88" name="Rectangle 87">
            <a:extLst>
              <a:ext uri="{FF2B5EF4-FFF2-40B4-BE49-F238E27FC236}">
                <a16:creationId xmlns:a16="http://schemas.microsoft.com/office/drawing/2014/main" id="{6F467619-D373-F575-D055-6C71713821C1}"/>
              </a:ext>
            </a:extLst>
          </p:cNvPr>
          <p:cNvSpPr/>
          <p:nvPr/>
        </p:nvSpPr>
        <p:spPr>
          <a:xfrm>
            <a:off x="998583" y="645995"/>
            <a:ext cx="685801" cy="46412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Model Registry UI</a:t>
            </a:r>
          </a:p>
        </p:txBody>
      </p:sp>
      <p:sp>
        <p:nvSpPr>
          <p:cNvPr id="89" name="Rectangle 88">
            <a:extLst>
              <a:ext uri="{FF2B5EF4-FFF2-40B4-BE49-F238E27FC236}">
                <a16:creationId xmlns:a16="http://schemas.microsoft.com/office/drawing/2014/main" id="{D0283DEA-ADD8-E63C-C2FC-7624E3928C68}"/>
              </a:ext>
            </a:extLst>
          </p:cNvPr>
          <p:cNvSpPr/>
          <p:nvPr/>
        </p:nvSpPr>
        <p:spPr>
          <a:xfrm>
            <a:off x="994794" y="1162001"/>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Model Deployment UI</a:t>
            </a:r>
          </a:p>
        </p:txBody>
      </p:sp>
      <p:sp>
        <p:nvSpPr>
          <p:cNvPr id="90" name="Rectangle 89">
            <a:extLst>
              <a:ext uri="{FF2B5EF4-FFF2-40B4-BE49-F238E27FC236}">
                <a16:creationId xmlns:a16="http://schemas.microsoft.com/office/drawing/2014/main" id="{A35165F1-AEE7-AA11-912E-E95639363055}"/>
              </a:ext>
            </a:extLst>
          </p:cNvPr>
          <p:cNvSpPr/>
          <p:nvPr/>
        </p:nvSpPr>
        <p:spPr>
          <a:xfrm>
            <a:off x="1762763" y="645995"/>
            <a:ext cx="685801" cy="46412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AI Playground</a:t>
            </a:r>
          </a:p>
        </p:txBody>
      </p:sp>
      <p:sp>
        <p:nvSpPr>
          <p:cNvPr id="91" name="Rectangle 90">
            <a:extLst>
              <a:ext uri="{FF2B5EF4-FFF2-40B4-BE49-F238E27FC236}">
                <a16:creationId xmlns:a16="http://schemas.microsoft.com/office/drawing/2014/main" id="{3E4CEECA-ACCE-0A84-E43A-1EC101951F05}"/>
              </a:ext>
            </a:extLst>
          </p:cNvPr>
          <p:cNvSpPr/>
          <p:nvPr/>
        </p:nvSpPr>
        <p:spPr>
          <a:xfrm>
            <a:off x="1758975" y="1156735"/>
            <a:ext cx="685801" cy="464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Data </a:t>
            </a:r>
            <a:r>
              <a:rPr lang="en-US" sz="900" err="1"/>
              <a:t>Mgmt</a:t>
            </a:r>
            <a:r>
              <a:rPr lang="en-US" sz="900"/>
              <a:t> UI</a:t>
            </a:r>
          </a:p>
        </p:txBody>
      </p:sp>
      <p:sp>
        <p:nvSpPr>
          <p:cNvPr id="92" name="Rectangle 91">
            <a:extLst>
              <a:ext uri="{FF2B5EF4-FFF2-40B4-BE49-F238E27FC236}">
                <a16:creationId xmlns:a16="http://schemas.microsoft.com/office/drawing/2014/main" id="{07057968-2BA0-66FF-EC87-F2FB05CC1684}"/>
              </a:ext>
            </a:extLst>
          </p:cNvPr>
          <p:cNvSpPr/>
          <p:nvPr/>
        </p:nvSpPr>
        <p:spPr>
          <a:xfrm>
            <a:off x="2523547" y="645995"/>
            <a:ext cx="685801" cy="464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Fine-Tuning Workflow UI</a:t>
            </a:r>
          </a:p>
        </p:txBody>
      </p:sp>
      <p:sp>
        <p:nvSpPr>
          <p:cNvPr id="93" name="Rectangle 92">
            <a:extLst>
              <a:ext uri="{FF2B5EF4-FFF2-40B4-BE49-F238E27FC236}">
                <a16:creationId xmlns:a16="http://schemas.microsoft.com/office/drawing/2014/main" id="{EBBD08EB-F495-7BF3-2DAD-BDE021806CF8}"/>
              </a:ext>
            </a:extLst>
          </p:cNvPr>
          <p:cNvSpPr/>
          <p:nvPr/>
        </p:nvSpPr>
        <p:spPr>
          <a:xfrm>
            <a:off x="2519594" y="1156735"/>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Job Dashboard</a:t>
            </a:r>
          </a:p>
        </p:txBody>
      </p:sp>
      <p:sp>
        <p:nvSpPr>
          <p:cNvPr id="94" name="Rectangle 93">
            <a:extLst>
              <a:ext uri="{FF2B5EF4-FFF2-40B4-BE49-F238E27FC236}">
                <a16:creationId xmlns:a16="http://schemas.microsoft.com/office/drawing/2014/main" id="{58A1C392-7C8D-CF71-F066-F8F516C4B91C}"/>
              </a:ext>
            </a:extLst>
          </p:cNvPr>
          <p:cNvSpPr/>
          <p:nvPr/>
        </p:nvSpPr>
        <p:spPr>
          <a:xfrm>
            <a:off x="3284331" y="645995"/>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User/Group </a:t>
            </a:r>
            <a:r>
              <a:rPr lang="en-US" sz="700" err="1"/>
              <a:t>Mgmt</a:t>
            </a:r>
            <a:r>
              <a:rPr lang="en-US" sz="700"/>
              <a:t> Dashboard</a:t>
            </a:r>
          </a:p>
        </p:txBody>
      </p:sp>
      <p:sp>
        <p:nvSpPr>
          <p:cNvPr id="95" name="Rectangle 94">
            <a:extLst>
              <a:ext uri="{FF2B5EF4-FFF2-40B4-BE49-F238E27FC236}">
                <a16:creationId xmlns:a16="http://schemas.microsoft.com/office/drawing/2014/main" id="{ADC04C65-1042-7030-EFA6-0F8328DDD870}"/>
              </a:ext>
            </a:extLst>
          </p:cNvPr>
          <p:cNvSpPr/>
          <p:nvPr/>
        </p:nvSpPr>
        <p:spPr>
          <a:xfrm>
            <a:off x="6484821" y="1129246"/>
            <a:ext cx="685801" cy="46412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Auth</a:t>
            </a:r>
            <a:br>
              <a:rPr lang="en-US" sz="900"/>
            </a:br>
            <a:r>
              <a:rPr lang="en-US" sz="900"/>
              <a:t>Provider</a:t>
            </a:r>
          </a:p>
        </p:txBody>
      </p:sp>
      <p:sp>
        <p:nvSpPr>
          <p:cNvPr id="96" name="Rectangle 95">
            <a:extLst>
              <a:ext uri="{FF2B5EF4-FFF2-40B4-BE49-F238E27FC236}">
                <a16:creationId xmlns:a16="http://schemas.microsoft.com/office/drawing/2014/main" id="{DCBBD19C-70D0-A807-C344-5D4F46B7E15C}"/>
              </a:ext>
            </a:extLst>
          </p:cNvPr>
          <p:cNvSpPr/>
          <p:nvPr/>
        </p:nvSpPr>
        <p:spPr>
          <a:xfrm>
            <a:off x="6492416" y="1630257"/>
            <a:ext cx="685801" cy="4588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Platform Monitoring</a:t>
            </a:r>
          </a:p>
        </p:txBody>
      </p:sp>
      <p:sp>
        <p:nvSpPr>
          <p:cNvPr id="97" name="Rectangle 96">
            <a:extLst>
              <a:ext uri="{FF2B5EF4-FFF2-40B4-BE49-F238E27FC236}">
                <a16:creationId xmlns:a16="http://schemas.microsoft.com/office/drawing/2014/main" id="{02BBA897-70FE-4F7E-A050-B336062BE7BB}"/>
              </a:ext>
            </a:extLst>
          </p:cNvPr>
          <p:cNvSpPr/>
          <p:nvPr/>
        </p:nvSpPr>
        <p:spPr>
          <a:xfrm>
            <a:off x="7206320" y="1137708"/>
            <a:ext cx="685801" cy="46412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Multi-Tenancy</a:t>
            </a:r>
          </a:p>
        </p:txBody>
      </p:sp>
      <p:sp>
        <p:nvSpPr>
          <p:cNvPr id="98" name="Rectangle 97">
            <a:extLst>
              <a:ext uri="{FF2B5EF4-FFF2-40B4-BE49-F238E27FC236}">
                <a16:creationId xmlns:a16="http://schemas.microsoft.com/office/drawing/2014/main" id="{A15509FD-35CF-CEE0-86B4-6A93FC3A2698}"/>
              </a:ext>
            </a:extLst>
          </p:cNvPr>
          <p:cNvSpPr/>
          <p:nvPr/>
        </p:nvSpPr>
        <p:spPr>
          <a:xfrm>
            <a:off x="7207055" y="2160819"/>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User Secrets </a:t>
            </a:r>
            <a:r>
              <a:rPr lang="en-US" sz="900" err="1"/>
              <a:t>Mgmt</a:t>
            </a:r>
            <a:endParaRPr lang="en-US" sz="900"/>
          </a:p>
        </p:txBody>
      </p:sp>
      <p:sp>
        <p:nvSpPr>
          <p:cNvPr id="99" name="Rectangle 98">
            <a:extLst>
              <a:ext uri="{FF2B5EF4-FFF2-40B4-BE49-F238E27FC236}">
                <a16:creationId xmlns:a16="http://schemas.microsoft.com/office/drawing/2014/main" id="{255651E3-DB27-097C-1512-4B1D4772A6BE}"/>
              </a:ext>
            </a:extLst>
          </p:cNvPr>
          <p:cNvSpPr/>
          <p:nvPr/>
        </p:nvSpPr>
        <p:spPr>
          <a:xfrm>
            <a:off x="6492415" y="2160819"/>
            <a:ext cx="685801" cy="464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RBAC Controls</a:t>
            </a:r>
          </a:p>
        </p:txBody>
      </p:sp>
      <p:sp>
        <p:nvSpPr>
          <p:cNvPr id="100" name="Rectangle 99">
            <a:extLst>
              <a:ext uri="{FF2B5EF4-FFF2-40B4-BE49-F238E27FC236}">
                <a16:creationId xmlns:a16="http://schemas.microsoft.com/office/drawing/2014/main" id="{25F4572F-644E-5C98-1958-23AAB348CF03}"/>
              </a:ext>
            </a:extLst>
          </p:cNvPr>
          <p:cNvSpPr/>
          <p:nvPr/>
        </p:nvSpPr>
        <p:spPr>
          <a:xfrm>
            <a:off x="6486245" y="2676528"/>
            <a:ext cx="685801" cy="45886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Usage Metrics (Tokens)</a:t>
            </a:r>
          </a:p>
        </p:txBody>
      </p:sp>
      <p:sp>
        <p:nvSpPr>
          <p:cNvPr id="101" name="Rectangle 100">
            <a:extLst>
              <a:ext uri="{FF2B5EF4-FFF2-40B4-BE49-F238E27FC236}">
                <a16:creationId xmlns:a16="http://schemas.microsoft.com/office/drawing/2014/main" id="{38386EBA-AA3F-015D-535B-826E043975A4}"/>
              </a:ext>
            </a:extLst>
          </p:cNvPr>
          <p:cNvSpPr/>
          <p:nvPr/>
        </p:nvSpPr>
        <p:spPr>
          <a:xfrm>
            <a:off x="7206320" y="1635033"/>
            <a:ext cx="685801" cy="464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Quota </a:t>
            </a:r>
            <a:r>
              <a:rPr lang="en-US" sz="900" dirty="0" err="1"/>
              <a:t>Mgmt</a:t>
            </a:r>
            <a:endParaRPr lang="en-US" sz="900" dirty="0"/>
          </a:p>
        </p:txBody>
      </p:sp>
      <p:sp>
        <p:nvSpPr>
          <p:cNvPr id="102" name="Rectangle 101">
            <a:extLst>
              <a:ext uri="{FF2B5EF4-FFF2-40B4-BE49-F238E27FC236}">
                <a16:creationId xmlns:a16="http://schemas.microsoft.com/office/drawing/2014/main" id="{543C10E7-FCE9-A3A9-BB45-45519C8B0543}"/>
              </a:ext>
            </a:extLst>
          </p:cNvPr>
          <p:cNvSpPr/>
          <p:nvPr/>
        </p:nvSpPr>
        <p:spPr>
          <a:xfrm>
            <a:off x="7202962" y="2666066"/>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Audit-Logging</a:t>
            </a:r>
          </a:p>
        </p:txBody>
      </p:sp>
      <p:sp>
        <p:nvSpPr>
          <p:cNvPr id="103" name="Rectangle 102">
            <a:extLst>
              <a:ext uri="{FF2B5EF4-FFF2-40B4-BE49-F238E27FC236}">
                <a16:creationId xmlns:a16="http://schemas.microsoft.com/office/drawing/2014/main" id="{F12F192C-F850-A3C2-395F-08DD7E7F623E}"/>
              </a:ext>
            </a:extLst>
          </p:cNvPr>
          <p:cNvSpPr/>
          <p:nvPr/>
        </p:nvSpPr>
        <p:spPr>
          <a:xfrm>
            <a:off x="6491986" y="3167239"/>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LLM Guardrails</a:t>
            </a:r>
          </a:p>
        </p:txBody>
      </p:sp>
      <p:sp>
        <p:nvSpPr>
          <p:cNvPr id="105" name="Rectangle 104">
            <a:extLst>
              <a:ext uri="{FF2B5EF4-FFF2-40B4-BE49-F238E27FC236}">
                <a16:creationId xmlns:a16="http://schemas.microsoft.com/office/drawing/2014/main" id="{9DEDB93C-25AA-84D8-B8E3-2EFCB351F7F2}"/>
              </a:ext>
            </a:extLst>
          </p:cNvPr>
          <p:cNvSpPr/>
          <p:nvPr/>
        </p:nvSpPr>
        <p:spPr>
          <a:xfrm>
            <a:off x="7233905" y="3160852"/>
            <a:ext cx="685801"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In-Tenant Observability</a:t>
            </a:r>
          </a:p>
        </p:txBody>
      </p:sp>
      <p:sp>
        <p:nvSpPr>
          <p:cNvPr id="13" name="Rectangle 12">
            <a:extLst>
              <a:ext uri="{FF2B5EF4-FFF2-40B4-BE49-F238E27FC236}">
                <a16:creationId xmlns:a16="http://schemas.microsoft.com/office/drawing/2014/main" id="{57B94776-2EA9-D191-A43C-964EA98473DD}"/>
              </a:ext>
            </a:extLst>
          </p:cNvPr>
          <p:cNvSpPr/>
          <p:nvPr/>
        </p:nvSpPr>
        <p:spPr>
          <a:xfrm>
            <a:off x="8016723" y="1165079"/>
            <a:ext cx="1054539" cy="46412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Delivered in Production</a:t>
            </a:r>
          </a:p>
        </p:txBody>
      </p:sp>
      <p:sp>
        <p:nvSpPr>
          <p:cNvPr id="14" name="Rectangle 13">
            <a:extLst>
              <a:ext uri="{FF2B5EF4-FFF2-40B4-BE49-F238E27FC236}">
                <a16:creationId xmlns:a16="http://schemas.microsoft.com/office/drawing/2014/main" id="{F427846B-4337-4BC6-6A26-6E48B96EEAEA}"/>
              </a:ext>
            </a:extLst>
          </p:cNvPr>
          <p:cNvSpPr/>
          <p:nvPr/>
        </p:nvSpPr>
        <p:spPr>
          <a:xfrm>
            <a:off x="8011551" y="1767297"/>
            <a:ext cx="1059712" cy="46412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Milestone 2 – Target May 15th</a:t>
            </a:r>
          </a:p>
        </p:txBody>
      </p:sp>
      <p:sp>
        <p:nvSpPr>
          <p:cNvPr id="18" name="Rectangle 17">
            <a:extLst>
              <a:ext uri="{FF2B5EF4-FFF2-40B4-BE49-F238E27FC236}">
                <a16:creationId xmlns:a16="http://schemas.microsoft.com/office/drawing/2014/main" id="{9E9F9106-6F07-7C11-0DD5-757E57546A70}"/>
              </a:ext>
            </a:extLst>
          </p:cNvPr>
          <p:cNvSpPr/>
          <p:nvPr/>
        </p:nvSpPr>
        <p:spPr>
          <a:xfrm>
            <a:off x="8003974" y="2365716"/>
            <a:ext cx="1067289" cy="4641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Milestone 3+ - Rolling 4 Week Launches</a:t>
            </a:r>
          </a:p>
        </p:txBody>
      </p:sp>
      <p:sp>
        <p:nvSpPr>
          <p:cNvPr id="19" name="TextBox 18">
            <a:extLst>
              <a:ext uri="{FF2B5EF4-FFF2-40B4-BE49-F238E27FC236}">
                <a16:creationId xmlns:a16="http://schemas.microsoft.com/office/drawing/2014/main" id="{C270A43C-BA39-0316-3FE4-EEB4E4967DC0}"/>
              </a:ext>
            </a:extLst>
          </p:cNvPr>
          <p:cNvSpPr txBox="1"/>
          <p:nvPr/>
        </p:nvSpPr>
        <p:spPr>
          <a:xfrm>
            <a:off x="8011551" y="2964135"/>
            <a:ext cx="1059712" cy="1015663"/>
          </a:xfrm>
          <a:prstGeom prst="rect">
            <a:avLst/>
          </a:prstGeom>
          <a:noFill/>
          <a:ln>
            <a:solidFill>
              <a:srgbClr val="FF0000"/>
            </a:solidFill>
          </a:ln>
        </p:spPr>
        <p:txBody>
          <a:bodyPr wrap="square" rtlCol="0">
            <a:spAutoFit/>
          </a:bodyPr>
          <a:lstStyle/>
          <a:p>
            <a:pPr algn="l"/>
            <a:r>
              <a:rPr lang="en-US" sz="1200"/>
              <a:t>Note: AMD will be pulled in based on partnership discussions</a:t>
            </a:r>
          </a:p>
        </p:txBody>
      </p:sp>
      <p:sp>
        <p:nvSpPr>
          <p:cNvPr id="15" name="Rectangle 14">
            <a:extLst>
              <a:ext uri="{FF2B5EF4-FFF2-40B4-BE49-F238E27FC236}">
                <a16:creationId xmlns:a16="http://schemas.microsoft.com/office/drawing/2014/main" id="{F92854E5-CF13-0419-9C31-C05640993E8E}"/>
              </a:ext>
            </a:extLst>
          </p:cNvPr>
          <p:cNvSpPr/>
          <p:nvPr/>
        </p:nvSpPr>
        <p:spPr>
          <a:xfrm>
            <a:off x="4051290" y="4595061"/>
            <a:ext cx="685801" cy="458860"/>
          </a:xfrm>
          <a:prstGeom prst="rect">
            <a:avLst/>
          </a:prstGeom>
          <a:solidFill>
            <a:schemeClr val="accent4">
              <a:lumMod val="7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CPU/GPU Discovery</a:t>
            </a:r>
          </a:p>
        </p:txBody>
      </p:sp>
      <p:sp>
        <p:nvSpPr>
          <p:cNvPr id="20" name="Rectangle 19">
            <a:extLst>
              <a:ext uri="{FF2B5EF4-FFF2-40B4-BE49-F238E27FC236}">
                <a16:creationId xmlns:a16="http://schemas.microsoft.com/office/drawing/2014/main" id="{08D38A26-17BE-50E2-A217-B99EBEFCC847}"/>
              </a:ext>
            </a:extLst>
          </p:cNvPr>
          <p:cNvSpPr/>
          <p:nvPr/>
        </p:nvSpPr>
        <p:spPr>
          <a:xfrm>
            <a:off x="6500093" y="3665669"/>
            <a:ext cx="685801" cy="458860"/>
          </a:xfrm>
          <a:prstGeom prst="rect">
            <a:avLst/>
          </a:prstGeom>
          <a:solidFill>
            <a:schemeClr val="accent4">
              <a:lumMod val="7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Rate Limiting</a:t>
            </a:r>
          </a:p>
        </p:txBody>
      </p:sp>
      <p:sp>
        <p:nvSpPr>
          <p:cNvPr id="21" name="Rectangle 20">
            <a:extLst>
              <a:ext uri="{FF2B5EF4-FFF2-40B4-BE49-F238E27FC236}">
                <a16:creationId xmlns:a16="http://schemas.microsoft.com/office/drawing/2014/main" id="{D8F64000-5EC0-DC57-57B0-4475191517D8}"/>
              </a:ext>
            </a:extLst>
          </p:cNvPr>
          <p:cNvSpPr/>
          <p:nvPr/>
        </p:nvSpPr>
        <p:spPr>
          <a:xfrm>
            <a:off x="4810066" y="3466116"/>
            <a:ext cx="685801" cy="45886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MOE Fine</a:t>
            </a:r>
          </a:p>
          <a:p>
            <a:pPr algn="ctr"/>
            <a:r>
              <a:rPr lang="en-US" sz="900" dirty="0"/>
              <a:t>tuning</a:t>
            </a:r>
          </a:p>
        </p:txBody>
      </p:sp>
      <p:sp>
        <p:nvSpPr>
          <p:cNvPr id="22" name="Rectangle 21">
            <a:extLst>
              <a:ext uri="{FF2B5EF4-FFF2-40B4-BE49-F238E27FC236}">
                <a16:creationId xmlns:a16="http://schemas.microsoft.com/office/drawing/2014/main" id="{03ABC638-B5A0-8ECE-B39D-B99650BD90FB}"/>
              </a:ext>
            </a:extLst>
          </p:cNvPr>
          <p:cNvSpPr/>
          <p:nvPr/>
        </p:nvSpPr>
        <p:spPr>
          <a:xfrm>
            <a:off x="5503356" y="2961710"/>
            <a:ext cx="872279" cy="45886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Embeddings </a:t>
            </a:r>
            <a:r>
              <a:rPr lang="en-US" sz="900" dirty="0" err="1"/>
              <a:t>Reranker</a:t>
            </a:r>
            <a:r>
              <a:rPr lang="en-US" sz="900" dirty="0"/>
              <a:t>  Models</a:t>
            </a:r>
          </a:p>
        </p:txBody>
      </p:sp>
    </p:spTree>
    <p:extLst>
      <p:ext uri="{BB962C8B-B14F-4D97-AF65-F5344CB8AC3E}">
        <p14:creationId xmlns:p14="http://schemas.microsoft.com/office/powerpoint/2010/main" val="2808867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D79CE-68C5-919A-D186-C74FC068B58B}"/>
              </a:ext>
            </a:extLst>
          </p:cNvPr>
          <p:cNvSpPr>
            <a:spLocks noGrp="1"/>
          </p:cNvSpPr>
          <p:nvPr>
            <p:ph type="title"/>
          </p:nvPr>
        </p:nvSpPr>
        <p:spPr/>
        <p:txBody>
          <a:bodyPr/>
          <a:lstStyle/>
          <a:p>
            <a:r>
              <a:rPr lang="en-US" sz="2300" dirty="0">
                <a:latin typeface="Aptos Light"/>
              </a:rPr>
              <a:t>Inference as a Service (</a:t>
            </a:r>
            <a:r>
              <a:rPr lang="en-US" sz="2300" dirty="0" err="1">
                <a:latin typeface="Aptos Light"/>
              </a:rPr>
              <a:t>vLLM</a:t>
            </a:r>
            <a:r>
              <a:rPr lang="en-US" sz="2300" dirty="0">
                <a:latin typeface="Aptos Light"/>
              </a:rPr>
              <a:t>/NIM optimized </a:t>
            </a:r>
            <a:r>
              <a:rPr lang="en-US" sz="2300" dirty="0" err="1">
                <a:latin typeface="Aptos Light"/>
              </a:rPr>
              <a:t>vLLM</a:t>
            </a:r>
            <a:r>
              <a:rPr lang="en-US" sz="2300" dirty="0">
                <a:latin typeface="Aptos Light"/>
              </a:rPr>
              <a:t>)</a:t>
            </a:r>
            <a:endParaRPr lang="en-US" dirty="0"/>
          </a:p>
        </p:txBody>
      </p:sp>
      <p:sp>
        <p:nvSpPr>
          <p:cNvPr id="3" name="Slide Number Placeholder 2">
            <a:extLst>
              <a:ext uri="{FF2B5EF4-FFF2-40B4-BE49-F238E27FC236}">
                <a16:creationId xmlns:a16="http://schemas.microsoft.com/office/drawing/2014/main" id="{90F20609-0947-7DCA-42C8-81CDC308B7E2}"/>
              </a:ext>
            </a:extLst>
          </p:cNvPr>
          <p:cNvSpPr>
            <a:spLocks noGrp="1"/>
          </p:cNvSpPr>
          <p:nvPr>
            <p:ph type="sldNum" sz="quarter" idx="4"/>
          </p:nvPr>
        </p:nvSpPr>
        <p:spPr/>
        <p:txBody>
          <a:bodyPr/>
          <a:lstStyle/>
          <a:p>
            <a:fld id="{762E77F0-FB5B-4E8E-9BC9-34F14560A017}" type="slidenum">
              <a:rPr lang="en-US" smtClean="0"/>
              <a:pPr/>
              <a:t>3</a:t>
            </a:fld>
            <a:endParaRPr lang="en-US"/>
          </a:p>
        </p:txBody>
      </p:sp>
      <p:pic>
        <p:nvPicPr>
          <p:cNvPr id="4" name="Graphic 3">
            <a:extLst>
              <a:ext uri="{FF2B5EF4-FFF2-40B4-BE49-F238E27FC236}">
                <a16:creationId xmlns:a16="http://schemas.microsoft.com/office/drawing/2014/main" id="{D7B3A664-9A79-DE5F-8BB9-0E6460BBBCF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1826" y="675410"/>
            <a:ext cx="6000978" cy="4265467"/>
          </a:xfrm>
          <a:prstGeom prst="rect">
            <a:avLst/>
          </a:prstGeom>
        </p:spPr>
      </p:pic>
    </p:spTree>
    <p:extLst>
      <p:ext uri="{BB962C8B-B14F-4D97-AF65-F5344CB8AC3E}">
        <p14:creationId xmlns:p14="http://schemas.microsoft.com/office/powerpoint/2010/main" val="303072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FB6FB-72F6-BFC9-8138-B371335E1F7B}"/>
              </a:ext>
            </a:extLst>
          </p:cNvPr>
          <p:cNvSpPr>
            <a:spLocks noGrp="1"/>
          </p:cNvSpPr>
          <p:nvPr>
            <p:ph type="title"/>
          </p:nvPr>
        </p:nvSpPr>
        <p:spPr/>
        <p:txBody>
          <a:bodyPr/>
          <a:lstStyle/>
          <a:p>
            <a:r>
              <a:rPr lang="en-US" sz="2300">
                <a:latin typeface="Aptos Light"/>
              </a:rPr>
              <a:t>Supervised Fine Tuning  </a:t>
            </a:r>
            <a:endParaRPr lang="en-US"/>
          </a:p>
        </p:txBody>
      </p:sp>
      <p:sp>
        <p:nvSpPr>
          <p:cNvPr id="3" name="Slide Number Placeholder 2">
            <a:extLst>
              <a:ext uri="{FF2B5EF4-FFF2-40B4-BE49-F238E27FC236}">
                <a16:creationId xmlns:a16="http://schemas.microsoft.com/office/drawing/2014/main" id="{B216CF73-23B9-71B6-4F58-A797E228B6AC}"/>
              </a:ext>
            </a:extLst>
          </p:cNvPr>
          <p:cNvSpPr>
            <a:spLocks noGrp="1"/>
          </p:cNvSpPr>
          <p:nvPr>
            <p:ph type="sldNum" sz="quarter" idx="4"/>
          </p:nvPr>
        </p:nvSpPr>
        <p:spPr/>
        <p:txBody>
          <a:bodyPr/>
          <a:lstStyle/>
          <a:p>
            <a:fld id="{762E77F0-FB5B-4E8E-9BC9-34F14560A017}" type="slidenum">
              <a:rPr lang="en-US" smtClean="0"/>
              <a:pPr/>
              <a:t>4</a:t>
            </a:fld>
            <a:endParaRPr lang="en-US"/>
          </a:p>
        </p:txBody>
      </p:sp>
      <p:pic>
        <p:nvPicPr>
          <p:cNvPr id="4" name="Picture 3" descr="A computer screen shot of a computer&#10;&#10;AI-generated content may be incorrect.">
            <a:extLst>
              <a:ext uri="{FF2B5EF4-FFF2-40B4-BE49-F238E27FC236}">
                <a16:creationId xmlns:a16="http://schemas.microsoft.com/office/drawing/2014/main" id="{243421F6-5095-8E3F-5156-7C4722547D20}"/>
              </a:ext>
            </a:extLst>
          </p:cNvPr>
          <p:cNvPicPr>
            <a:picLocks noChangeAspect="1"/>
          </p:cNvPicPr>
          <p:nvPr/>
        </p:nvPicPr>
        <p:blipFill>
          <a:blip r:embed="rId2"/>
          <a:stretch>
            <a:fillRect/>
          </a:stretch>
        </p:blipFill>
        <p:spPr>
          <a:xfrm>
            <a:off x="1275725" y="576695"/>
            <a:ext cx="6873104" cy="4296641"/>
          </a:xfrm>
          <a:prstGeom prst="rect">
            <a:avLst/>
          </a:prstGeom>
        </p:spPr>
      </p:pic>
    </p:spTree>
    <p:extLst>
      <p:ext uri="{BB962C8B-B14F-4D97-AF65-F5344CB8AC3E}">
        <p14:creationId xmlns:p14="http://schemas.microsoft.com/office/powerpoint/2010/main" val="299553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2A297-54B8-F08B-675F-8B22DCCAB093}"/>
              </a:ext>
            </a:extLst>
          </p:cNvPr>
          <p:cNvSpPr>
            <a:spLocks noGrp="1"/>
          </p:cNvSpPr>
          <p:nvPr>
            <p:ph type="title"/>
          </p:nvPr>
        </p:nvSpPr>
        <p:spPr/>
        <p:txBody>
          <a:bodyPr/>
          <a:lstStyle/>
          <a:p>
            <a:r>
              <a:rPr lang="en-US" sz="2300">
                <a:latin typeface="Aptos Light"/>
              </a:rPr>
              <a:t>Supervised Fine Tuning – Pipeline stages</a:t>
            </a:r>
            <a:endParaRPr lang="en-US"/>
          </a:p>
        </p:txBody>
      </p:sp>
      <p:sp>
        <p:nvSpPr>
          <p:cNvPr id="3" name="Slide Number Placeholder 2">
            <a:extLst>
              <a:ext uri="{FF2B5EF4-FFF2-40B4-BE49-F238E27FC236}">
                <a16:creationId xmlns:a16="http://schemas.microsoft.com/office/drawing/2014/main" id="{3D99D35E-98CA-55D3-40FF-78A5D756EF3C}"/>
              </a:ext>
            </a:extLst>
          </p:cNvPr>
          <p:cNvSpPr>
            <a:spLocks noGrp="1"/>
          </p:cNvSpPr>
          <p:nvPr>
            <p:ph type="sldNum" sz="quarter" idx="4"/>
          </p:nvPr>
        </p:nvSpPr>
        <p:spPr/>
        <p:txBody>
          <a:bodyPr/>
          <a:lstStyle/>
          <a:p>
            <a:fld id="{762E77F0-FB5B-4E8E-9BC9-34F14560A017}" type="slidenum">
              <a:rPr lang="en-US" smtClean="0"/>
              <a:pPr/>
              <a:t>5</a:t>
            </a:fld>
            <a:endParaRPr lang="en-US"/>
          </a:p>
        </p:txBody>
      </p:sp>
      <p:pic>
        <p:nvPicPr>
          <p:cNvPr id="4" name="Graphic 3">
            <a:extLst>
              <a:ext uri="{FF2B5EF4-FFF2-40B4-BE49-F238E27FC236}">
                <a16:creationId xmlns:a16="http://schemas.microsoft.com/office/drawing/2014/main" id="{20C96D1F-02F6-4DCC-A675-BC5E89830C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4059" y="741416"/>
            <a:ext cx="6894368" cy="4107475"/>
          </a:xfrm>
          <a:prstGeom prst="rect">
            <a:avLst/>
          </a:prstGeom>
        </p:spPr>
      </p:pic>
    </p:spTree>
    <p:extLst>
      <p:ext uri="{BB962C8B-B14F-4D97-AF65-F5344CB8AC3E}">
        <p14:creationId xmlns:p14="http://schemas.microsoft.com/office/powerpoint/2010/main" val="3629974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2E82-3D79-2381-0F11-2F44305E5084}"/>
              </a:ext>
            </a:extLst>
          </p:cNvPr>
          <p:cNvSpPr>
            <a:spLocks noGrp="1"/>
          </p:cNvSpPr>
          <p:nvPr>
            <p:ph type="title"/>
          </p:nvPr>
        </p:nvSpPr>
        <p:spPr/>
        <p:txBody>
          <a:bodyPr/>
          <a:lstStyle/>
          <a:p>
            <a:r>
              <a:rPr lang="en-US" sz="2300">
                <a:latin typeface="Aptos Light"/>
              </a:rPr>
              <a:t>Dataset/Model Store Persistence</a:t>
            </a:r>
            <a:endParaRPr lang="en-US"/>
          </a:p>
        </p:txBody>
      </p:sp>
      <p:sp>
        <p:nvSpPr>
          <p:cNvPr id="3" name="Slide Number Placeholder 2">
            <a:extLst>
              <a:ext uri="{FF2B5EF4-FFF2-40B4-BE49-F238E27FC236}">
                <a16:creationId xmlns:a16="http://schemas.microsoft.com/office/drawing/2014/main" id="{86A23109-C067-3FBA-9BC1-E775C84A12AA}"/>
              </a:ext>
            </a:extLst>
          </p:cNvPr>
          <p:cNvSpPr>
            <a:spLocks noGrp="1"/>
          </p:cNvSpPr>
          <p:nvPr>
            <p:ph type="sldNum" sz="quarter" idx="4"/>
          </p:nvPr>
        </p:nvSpPr>
        <p:spPr/>
        <p:txBody>
          <a:bodyPr/>
          <a:lstStyle/>
          <a:p>
            <a:fld id="{762E77F0-FB5B-4E8E-9BC9-34F14560A017}" type="slidenum">
              <a:rPr lang="en-US" smtClean="0"/>
              <a:pPr/>
              <a:t>6</a:t>
            </a:fld>
            <a:endParaRPr lang="en-US"/>
          </a:p>
        </p:txBody>
      </p:sp>
      <p:pic>
        <p:nvPicPr>
          <p:cNvPr id="8" name="Picture 7" descr="A screenshot of a computer&#10;&#10;AI-generated content may be incorrect.">
            <a:extLst>
              <a:ext uri="{FF2B5EF4-FFF2-40B4-BE49-F238E27FC236}">
                <a16:creationId xmlns:a16="http://schemas.microsoft.com/office/drawing/2014/main" id="{8BE8CEC9-0760-258A-0FE6-C66D14A3D512}"/>
              </a:ext>
            </a:extLst>
          </p:cNvPr>
          <p:cNvPicPr>
            <a:picLocks noChangeAspect="1"/>
          </p:cNvPicPr>
          <p:nvPr/>
        </p:nvPicPr>
        <p:blipFill>
          <a:blip r:embed="rId2"/>
          <a:stretch>
            <a:fillRect/>
          </a:stretch>
        </p:blipFill>
        <p:spPr>
          <a:xfrm>
            <a:off x="1499462" y="748145"/>
            <a:ext cx="7080257" cy="3984914"/>
          </a:xfrm>
          <a:prstGeom prst="rect">
            <a:avLst/>
          </a:prstGeom>
        </p:spPr>
      </p:pic>
    </p:spTree>
    <p:extLst>
      <p:ext uri="{BB962C8B-B14F-4D97-AF65-F5344CB8AC3E}">
        <p14:creationId xmlns:p14="http://schemas.microsoft.com/office/powerpoint/2010/main" val="4031859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1_Titles and Breakers">
  <a:themeElements>
    <a:clrScheme name="Custom 64">
      <a:dk1>
        <a:srgbClr val="000000"/>
      </a:dk1>
      <a:lt1>
        <a:srgbClr val="FFFFFF"/>
      </a:lt1>
      <a:dk2>
        <a:srgbClr val="EB0000"/>
      </a:dk2>
      <a:lt2>
        <a:srgbClr val="EB0000"/>
      </a:lt2>
      <a:accent1>
        <a:srgbClr val="E6E6E6"/>
      </a:accent1>
      <a:accent2>
        <a:srgbClr val="95008A"/>
      </a:accent2>
      <a:accent3>
        <a:srgbClr val="F6D7F4"/>
      </a:accent3>
      <a:accent4>
        <a:srgbClr val="0058C8"/>
      </a:accent4>
      <a:accent5>
        <a:srgbClr val="E8F2FD"/>
      </a:accent5>
      <a:accent6>
        <a:srgbClr val="00C8BC"/>
      </a:accent6>
      <a:hlink>
        <a:srgbClr val="EB0000"/>
      </a:hlink>
      <a:folHlink>
        <a:srgbClr val="EA000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4_Titles and Breakers">
  <a:themeElements>
    <a:clrScheme name="Custom 64">
      <a:dk1>
        <a:srgbClr val="000000"/>
      </a:dk1>
      <a:lt1>
        <a:srgbClr val="FFFFFF"/>
      </a:lt1>
      <a:dk2>
        <a:srgbClr val="EB0000"/>
      </a:dk2>
      <a:lt2>
        <a:srgbClr val="EB0000"/>
      </a:lt2>
      <a:accent1>
        <a:srgbClr val="E6E6E6"/>
      </a:accent1>
      <a:accent2>
        <a:srgbClr val="95008A"/>
      </a:accent2>
      <a:accent3>
        <a:srgbClr val="F6D7F4"/>
      </a:accent3>
      <a:accent4>
        <a:srgbClr val="0058C8"/>
      </a:accent4>
      <a:accent5>
        <a:srgbClr val="E8F2FD"/>
      </a:accent5>
      <a:accent6>
        <a:srgbClr val="00C8BC"/>
      </a:accent6>
      <a:hlink>
        <a:srgbClr val="EB0000"/>
      </a:hlink>
      <a:folHlink>
        <a:srgbClr val="EA000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4.xml><?xml version="1.0" encoding="utf-8"?>
<a:theme xmlns:a="http://schemas.openxmlformats.org/drawingml/2006/main" name="1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3467E54C777D4FB8E24D4FE3B22C26" ma:contentTypeVersion="3" ma:contentTypeDescription="Create a new document." ma:contentTypeScope="" ma:versionID="3b2bcba5730b688ad11b478c0c008e36">
  <xsd:schema xmlns:xsd="http://www.w3.org/2001/XMLSchema" xmlns:xs="http://www.w3.org/2001/XMLSchema" xmlns:p="http://schemas.microsoft.com/office/2006/metadata/properties" xmlns:ns2="916f1ef7-6ad2-45d9-8dfb-43a7e76e0370" targetNamespace="http://schemas.microsoft.com/office/2006/metadata/properties" ma:root="true" ma:fieldsID="2ba296b2202f3fe4380f8ea43e091f51" ns2:_="">
    <xsd:import namespace="916f1ef7-6ad2-45d9-8dfb-43a7e76e037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f1ef7-6ad2-45d9-8dfb-43a7e76e03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7B9948-016D-4EEE-9BF9-5B28A77E503C}">
  <ds:schemaRefs>
    <ds:schemaRef ds:uri="http://purl.org/dc/elements/1.1/"/>
    <ds:schemaRef ds:uri="http://schemas.openxmlformats.org/package/2006/metadata/core-properties"/>
    <ds:schemaRef ds:uri="http://purl.org/dc/dcmitype/"/>
    <ds:schemaRef ds:uri="http://schemas.microsoft.com/office/2006/metadata/properties"/>
    <ds:schemaRef ds:uri="http://schemas.microsoft.com/office/infopath/2007/PartnerControls"/>
    <ds:schemaRef ds:uri="http://schemas.microsoft.com/office/2006/documentManagement/types"/>
    <ds:schemaRef ds:uri="916f1ef7-6ad2-45d9-8dfb-43a7e76e0370"/>
    <ds:schemaRef ds:uri="http://www.w3.org/XML/1998/namespace"/>
    <ds:schemaRef ds:uri="http://purl.org/dc/terms/"/>
  </ds:schemaRefs>
</ds:datastoreItem>
</file>

<file path=customXml/itemProps2.xml><?xml version="1.0" encoding="utf-8"?>
<ds:datastoreItem xmlns:ds="http://schemas.openxmlformats.org/officeDocument/2006/customXml" ds:itemID="{5382B345-E2E2-45DC-8414-EC2A047D30C6}">
  <ds:schemaRefs>
    <ds:schemaRef ds:uri="916f1ef7-6ad2-45d9-8dfb-43a7e76e03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66DB8F5-EF72-4FAC-8038-71AE95503419}">
  <ds:schemaRefs>
    <ds:schemaRef ds:uri="http://schemas.microsoft.com/sharepoint/v3/contenttype/forms"/>
  </ds:schemaRefs>
</ds:datastoreItem>
</file>

<file path=docMetadata/LabelInfo.xml><?xml version="1.0" encoding="utf-8"?>
<clbl:labelList xmlns:clbl="http://schemas.microsoft.com/office/2020/mipLabelMetadata">
  <clbl:label id="{e7f09a8f-df31-4464-b100-d09a5dbff5c8}" enabled="1" method="Standard" siteId="{570057f4-73ef-41c8-bcbb-08db2fc15c2b}" contentBits="0" removed="0"/>
</clbl:labelList>
</file>

<file path=docProps/app.xml><?xml version="1.0" encoding="utf-8"?>
<Properties xmlns="http://schemas.openxmlformats.org/officeDocument/2006/extended-properties" xmlns:vt="http://schemas.openxmlformats.org/officeDocument/2006/docPropsVTypes">
  <TotalTime>8963</TotalTime>
  <Words>214</Words>
  <Application>Microsoft Office PowerPoint</Application>
  <PresentationFormat>On-screen Show (16:9)</PresentationFormat>
  <Paragraphs>73</Paragraphs>
  <Slides>6</Slides>
  <Notes>2</Notes>
  <HiddenSlides>0</HiddenSlides>
  <MMClips>0</MMClips>
  <ScaleCrop>false</ScaleCrop>
  <HeadingPairs>
    <vt:vector size="4" baseType="variant">
      <vt:variant>
        <vt:lpstr>Theme</vt:lpstr>
      </vt:variant>
      <vt:variant>
        <vt:i4>4</vt:i4>
      </vt:variant>
      <vt:variant>
        <vt:lpstr>Slide Titles</vt:lpstr>
      </vt:variant>
      <vt:variant>
        <vt:i4>6</vt:i4>
      </vt:variant>
    </vt:vector>
  </HeadingPairs>
  <TitlesOfParts>
    <vt:vector size="10" baseType="lpstr">
      <vt:lpstr>Content Slides</vt:lpstr>
      <vt:lpstr>1_Titles and Breakers</vt:lpstr>
      <vt:lpstr>4_Titles and Breakers</vt:lpstr>
      <vt:lpstr>1_Content Slides</vt:lpstr>
      <vt:lpstr>PowerPoint Presentation</vt:lpstr>
      <vt:lpstr>RackAI Roadmap Progress</vt:lpstr>
      <vt:lpstr>Inference as a Service (vLLM/NIM optimized vLLM)</vt:lpstr>
      <vt:lpstr>Supervised Fine Tuning  </vt:lpstr>
      <vt:lpstr>Supervised Fine Tuning – Pipeline stages</vt:lpstr>
      <vt:lpstr>Dataset/Model Store Persistence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Amine Badaoui</cp:lastModifiedBy>
  <cp:revision>70</cp:revision>
  <dcterms:modified xsi:type="dcterms:W3CDTF">2026-10-02T14:45:15Z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0x010100093467E54C777D4FB8E24D4FE3B22C26</vt:lpwstr>
  </property>
</Properties>
</file>