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56" r:id="rId5"/>
    <p:sldId id="289" r:id="rId6"/>
    <p:sldId id="292" r:id="rId7"/>
    <p:sldId id="284" r:id="rId8"/>
    <p:sldId id="293" r:id="rId9"/>
    <p:sldId id="296" r:id="rId10"/>
    <p:sldId id="291" r:id="rId11"/>
    <p:sldId id="287" r:id="rId12"/>
    <p:sldId id="288" r:id="rId13"/>
    <p:sldId id="29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5A82"/>
    <a:srgbClr val="FFD1C9"/>
    <a:srgbClr val="1E8DB5"/>
    <a:srgbClr val="1C7293"/>
    <a:srgbClr val="FFD0C8"/>
    <a:srgbClr val="FECF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AC0D0-CB74-4E1F-9EA9-F0205CA55CBE}" v="9" dt="2026-09-16T18:26:00.670"/>
    <p1510:client id="{7CAD3CA3-D4BC-6A43-A25F-7549E9FB782C}" v="470" dt="2026-09-16T17:14:16.8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van Rajapakse" userId="S::jovan.rajapakse@rackspace.co.uk::ce8c8c74-4201-4bc0-9115-11dba321333b" providerId="AD" clId="Web-{82237A8A-216B-B025-DF57-9CEBB5E5BBA7}"/>
    <pc:docChg chg="delSld modSld">
      <pc:chgData name="Jovan Rajapakse" userId="S::jovan.rajapakse@rackspace.co.uk::ce8c8c74-4201-4bc0-9115-11dba321333b" providerId="AD" clId="Web-{82237A8A-216B-B025-DF57-9CEBB5E5BBA7}" dt="2026-09-14T14:33:32.709" v="204"/>
      <pc:docMkLst>
        <pc:docMk/>
      </pc:docMkLst>
      <pc:sldChg chg="modSp">
        <pc:chgData name="Jovan Rajapakse" userId="S::jovan.rajapakse@rackspace.co.uk::ce8c8c74-4201-4bc0-9115-11dba321333b" providerId="AD" clId="Web-{82237A8A-216B-B025-DF57-9CEBB5E5BBA7}" dt="2026-09-14T14:33:32.709" v="204"/>
        <pc:sldMkLst>
          <pc:docMk/>
          <pc:sldMk cId="3102659255" sldId="288"/>
        </pc:sldMkLst>
        <pc:graphicFrameChg chg="mod modGraphic">
          <ac:chgData name="Jovan Rajapakse" userId="S::jovan.rajapakse@rackspace.co.uk::ce8c8c74-4201-4bc0-9115-11dba321333b" providerId="AD" clId="Web-{82237A8A-216B-B025-DF57-9CEBB5E5BBA7}" dt="2026-09-14T14:33:32.709" v="204"/>
          <ac:graphicFrameMkLst>
            <pc:docMk/>
            <pc:sldMk cId="3102659255" sldId="288"/>
            <ac:graphicFrameMk id="3" creationId="{76967C2E-D240-364A-330E-7D7C502A9254}"/>
          </ac:graphicFrameMkLst>
        </pc:graphicFrameChg>
      </pc:sldChg>
      <pc:sldChg chg="modSp">
        <pc:chgData name="Jovan Rajapakse" userId="S::jovan.rajapakse@rackspace.co.uk::ce8c8c74-4201-4bc0-9115-11dba321333b" providerId="AD" clId="Web-{82237A8A-216B-B025-DF57-9CEBB5E5BBA7}" dt="2026-09-14T14:23:44.724" v="59" actId="20577"/>
        <pc:sldMkLst>
          <pc:docMk/>
          <pc:sldMk cId="1244291924" sldId="291"/>
        </pc:sldMkLst>
        <pc:spChg chg="mod">
          <ac:chgData name="Jovan Rajapakse" userId="S::jovan.rajapakse@rackspace.co.uk::ce8c8c74-4201-4bc0-9115-11dba321333b" providerId="AD" clId="Web-{82237A8A-216B-B025-DF57-9CEBB5E5BBA7}" dt="2026-09-14T14:23:38.380" v="55" actId="20577"/>
          <ac:spMkLst>
            <pc:docMk/>
            <pc:sldMk cId="1244291924" sldId="291"/>
            <ac:spMk id="10" creationId="{122FC714-6852-5969-4F0C-2ACB5BC91965}"/>
          </ac:spMkLst>
        </pc:spChg>
        <pc:spChg chg="mod">
          <ac:chgData name="Jovan Rajapakse" userId="S::jovan.rajapakse@rackspace.co.uk::ce8c8c74-4201-4bc0-9115-11dba321333b" providerId="AD" clId="Web-{82237A8A-216B-B025-DF57-9CEBB5E5BBA7}" dt="2026-09-14T14:23:44.724" v="59" actId="20577"/>
          <ac:spMkLst>
            <pc:docMk/>
            <pc:sldMk cId="1244291924" sldId="291"/>
            <ac:spMk id="88" creationId="{11FA847F-E9A9-FD2C-D263-E11943BE6FA1}"/>
          </ac:spMkLst>
        </pc:spChg>
        <pc:spChg chg="mod">
          <ac:chgData name="Jovan Rajapakse" userId="S::jovan.rajapakse@rackspace.co.uk::ce8c8c74-4201-4bc0-9115-11dba321333b" providerId="AD" clId="Web-{82237A8A-216B-B025-DF57-9CEBB5E5BBA7}" dt="2026-09-14T14:23:38.599" v="56" actId="20577"/>
          <ac:spMkLst>
            <pc:docMk/>
            <pc:sldMk cId="1244291924" sldId="291"/>
            <ac:spMk id="103" creationId="{15C25032-192F-1184-8528-70DA5D69D879}"/>
          </ac:spMkLst>
        </pc:spChg>
      </pc:sldChg>
      <pc:sldChg chg="modSp">
        <pc:chgData name="Jovan Rajapakse" userId="S::jovan.rajapakse@rackspace.co.uk::ce8c8c74-4201-4bc0-9115-11dba321333b" providerId="AD" clId="Web-{82237A8A-216B-B025-DF57-9CEBB5E5BBA7}" dt="2026-09-14T14:25:52.833" v="185" actId="20577"/>
        <pc:sldMkLst>
          <pc:docMk/>
          <pc:sldMk cId="1552128982" sldId="293"/>
        </pc:sldMkLst>
        <pc:spChg chg="mod">
          <ac:chgData name="Jovan Rajapakse" userId="S::jovan.rajapakse@rackspace.co.uk::ce8c8c74-4201-4bc0-9115-11dba321333b" providerId="AD" clId="Web-{82237A8A-216B-B025-DF57-9CEBB5E5BBA7}" dt="2026-09-14T14:25:52.833" v="185" actId="20577"/>
          <ac:spMkLst>
            <pc:docMk/>
            <pc:sldMk cId="1552128982" sldId="293"/>
            <ac:spMk id="88" creationId="{78576147-B6EC-9C09-2E43-125C397DF9BC}"/>
          </ac:spMkLst>
        </pc:spChg>
        <pc:spChg chg="mod">
          <ac:chgData name="Jovan Rajapakse" userId="S::jovan.rajapakse@rackspace.co.uk::ce8c8c74-4201-4bc0-9115-11dba321333b" providerId="AD" clId="Web-{82237A8A-216B-B025-DF57-9CEBB5E5BBA7}" dt="2026-09-14T14:25:39.537" v="182" actId="20577"/>
          <ac:spMkLst>
            <pc:docMk/>
            <pc:sldMk cId="1552128982" sldId="293"/>
            <ac:spMk id="103" creationId="{7121ABA7-C868-2014-939D-55AE3C0A5193}"/>
          </ac:spMkLst>
        </pc:spChg>
      </pc:sldChg>
    </pc:docChg>
  </pc:docChgLst>
  <pc:docChgLst>
    <pc:chgData name="Chetan Gupta" userId="b88cacc1-a5c7-45fd-8b7e-d6aa6996e5ff" providerId="ADAL" clId="{E237BC9A-40D8-5520-A1E7-D46615F688E7}"/>
    <pc:docChg chg="undo custSel addSld delSld modSld sldOrd">
      <pc:chgData name="Chetan Gupta" userId="b88cacc1-a5c7-45fd-8b7e-d6aa6996e5ff" providerId="ADAL" clId="{E237BC9A-40D8-5520-A1E7-D46615F688E7}" dt="2026-09-11T20:49:08.548" v="1017" actId="20577"/>
      <pc:docMkLst>
        <pc:docMk/>
      </pc:docMkLst>
      <pc:sldChg chg="addSp delSp modSp mod">
        <pc:chgData name="Chetan Gupta" userId="b88cacc1-a5c7-45fd-8b7e-d6aa6996e5ff" providerId="ADAL" clId="{E237BC9A-40D8-5520-A1E7-D46615F688E7}" dt="2026-09-11T20:49:08.548" v="1017" actId="20577"/>
        <pc:sldMkLst>
          <pc:docMk/>
          <pc:sldMk cId="357756158" sldId="284"/>
        </pc:sldMkLst>
        <pc:spChg chg="add mod">
          <ac:chgData name="Chetan Gupta" userId="b88cacc1-a5c7-45fd-8b7e-d6aa6996e5ff" providerId="ADAL" clId="{E237BC9A-40D8-5520-A1E7-D46615F688E7}" dt="2026-09-11T20:32:36.910" v="490" actId="1076"/>
          <ac:spMkLst>
            <pc:docMk/>
            <pc:sldMk cId="357756158" sldId="284"/>
            <ac:spMk id="6" creationId="{6434DFDC-ED06-7A24-0147-C974AD729530}"/>
          </ac:spMkLst>
        </pc:spChg>
        <pc:spChg chg="add mod">
          <ac:chgData name="Chetan Gupta" userId="b88cacc1-a5c7-45fd-8b7e-d6aa6996e5ff" providerId="ADAL" clId="{E237BC9A-40D8-5520-A1E7-D46615F688E7}" dt="2026-09-11T20:39:36.958" v="617" actId="1076"/>
          <ac:spMkLst>
            <pc:docMk/>
            <pc:sldMk cId="357756158" sldId="284"/>
            <ac:spMk id="8" creationId="{FDDF2FD9-E7A0-CC47-D597-8F1DDFA12E73}"/>
          </ac:spMkLst>
        </pc:spChg>
        <pc:spChg chg="add mod">
          <ac:chgData name="Chetan Gupta" userId="b88cacc1-a5c7-45fd-8b7e-d6aa6996e5ff" providerId="ADAL" clId="{E237BC9A-40D8-5520-A1E7-D46615F688E7}" dt="2026-09-11T20:32:22.897" v="485" actId="1076"/>
          <ac:spMkLst>
            <pc:docMk/>
            <pc:sldMk cId="357756158" sldId="284"/>
            <ac:spMk id="10" creationId="{1CDB39DA-098E-57CA-0D4C-5F3FB527C60F}"/>
          </ac:spMkLst>
        </pc:spChg>
        <pc:spChg chg="add mod">
          <ac:chgData name="Chetan Gupta" userId="b88cacc1-a5c7-45fd-8b7e-d6aa6996e5ff" providerId="ADAL" clId="{E237BC9A-40D8-5520-A1E7-D46615F688E7}" dt="2026-09-11T20:32:30.040" v="487" actId="1076"/>
          <ac:spMkLst>
            <pc:docMk/>
            <pc:sldMk cId="357756158" sldId="284"/>
            <ac:spMk id="12" creationId="{6E6957D6-DEBA-53CD-715F-546EFC46567F}"/>
          </ac:spMkLst>
        </pc:spChg>
        <pc:spChg chg="add mod">
          <ac:chgData name="Chetan Gupta" userId="b88cacc1-a5c7-45fd-8b7e-d6aa6996e5ff" providerId="ADAL" clId="{E237BC9A-40D8-5520-A1E7-D46615F688E7}" dt="2026-09-11T20:33:48.342" v="511" actId="20577"/>
          <ac:spMkLst>
            <pc:docMk/>
            <pc:sldMk cId="357756158" sldId="284"/>
            <ac:spMk id="16" creationId="{C91582C7-7999-DE31-2F02-86026E4C733B}"/>
          </ac:spMkLst>
        </pc:spChg>
        <pc:spChg chg="add mod">
          <ac:chgData name="Chetan Gupta" userId="b88cacc1-a5c7-45fd-8b7e-d6aa6996e5ff" providerId="ADAL" clId="{E237BC9A-40D8-5520-A1E7-D46615F688E7}" dt="2026-09-11T20:32:06.812" v="474" actId="1076"/>
          <ac:spMkLst>
            <pc:docMk/>
            <pc:sldMk cId="357756158" sldId="284"/>
            <ac:spMk id="17" creationId="{49DFA7BD-BE0E-517A-F1B0-D3B55A633431}"/>
          </ac:spMkLst>
        </pc:spChg>
        <pc:spChg chg="add mod">
          <ac:chgData name="Chetan Gupta" userId="b88cacc1-a5c7-45fd-8b7e-d6aa6996e5ff" providerId="ADAL" clId="{E237BC9A-40D8-5520-A1E7-D46615F688E7}" dt="2026-09-11T20:32:45.509" v="492" actId="20577"/>
          <ac:spMkLst>
            <pc:docMk/>
            <pc:sldMk cId="357756158" sldId="284"/>
            <ac:spMk id="18" creationId="{ED4024D1-43EB-D622-CE25-CAE788504740}"/>
          </ac:spMkLst>
        </pc:spChg>
        <pc:spChg chg="add mod">
          <ac:chgData name="Chetan Gupta" userId="b88cacc1-a5c7-45fd-8b7e-d6aa6996e5ff" providerId="ADAL" clId="{E237BC9A-40D8-5520-A1E7-D46615F688E7}" dt="2026-09-11T20:49:08.548" v="1017" actId="20577"/>
          <ac:spMkLst>
            <pc:docMk/>
            <pc:sldMk cId="357756158" sldId="284"/>
            <ac:spMk id="19" creationId="{D647A47B-9D96-4251-87D9-E0BE20E4E20A}"/>
          </ac:spMkLst>
        </pc:spChg>
        <pc:spChg chg="add mod">
          <ac:chgData name="Chetan Gupta" userId="b88cacc1-a5c7-45fd-8b7e-d6aa6996e5ff" providerId="ADAL" clId="{E237BC9A-40D8-5520-A1E7-D46615F688E7}" dt="2026-09-11T20:33:14.432" v="504" actId="20577"/>
          <ac:spMkLst>
            <pc:docMk/>
            <pc:sldMk cId="357756158" sldId="284"/>
            <ac:spMk id="20" creationId="{78969313-2295-8B0B-E124-C094ACFE687A}"/>
          </ac:spMkLst>
        </pc:spChg>
        <pc:spChg chg="add mod">
          <ac:chgData name="Chetan Gupta" userId="b88cacc1-a5c7-45fd-8b7e-d6aa6996e5ff" providerId="ADAL" clId="{E237BC9A-40D8-5520-A1E7-D46615F688E7}" dt="2026-09-11T20:39:50.645" v="634" actId="20577"/>
          <ac:spMkLst>
            <pc:docMk/>
            <pc:sldMk cId="357756158" sldId="284"/>
            <ac:spMk id="22" creationId="{D399E7C1-28F6-31FF-1AF3-CE6E32D51132}"/>
          </ac:spMkLst>
        </pc:spChg>
        <pc:spChg chg="add mod">
          <ac:chgData name="Chetan Gupta" userId="b88cacc1-a5c7-45fd-8b7e-d6aa6996e5ff" providerId="ADAL" clId="{E237BC9A-40D8-5520-A1E7-D46615F688E7}" dt="2026-09-11T20:41:10.566" v="715" actId="20577"/>
          <ac:spMkLst>
            <pc:docMk/>
            <pc:sldMk cId="357756158" sldId="284"/>
            <ac:spMk id="23" creationId="{244AEE86-9436-C34E-1207-4894BA17390A}"/>
          </ac:spMkLst>
        </pc:spChg>
        <pc:spChg chg="add del mod">
          <ac:chgData name="Chetan Gupta" userId="b88cacc1-a5c7-45fd-8b7e-d6aa6996e5ff" providerId="ADAL" clId="{E237BC9A-40D8-5520-A1E7-D46615F688E7}" dt="2026-09-11T20:48:52.707" v="982" actId="1076"/>
          <ac:spMkLst>
            <pc:docMk/>
            <pc:sldMk cId="357756158" sldId="284"/>
            <ac:spMk id="24" creationId="{441A0D1B-2D0E-F583-22C7-A250626F31DE}"/>
          </ac:spMkLst>
        </pc:spChg>
        <pc:spChg chg="mod">
          <ac:chgData name="Chetan Gupta" userId="b88cacc1-a5c7-45fd-8b7e-d6aa6996e5ff" providerId="ADAL" clId="{E237BC9A-40D8-5520-A1E7-D46615F688E7}" dt="2026-09-11T20:32:11.200" v="482" actId="20577"/>
          <ac:spMkLst>
            <pc:docMk/>
            <pc:sldMk cId="357756158" sldId="284"/>
            <ac:spMk id="64" creationId="{FD612968-774D-424A-8D1E-AEF4233F7BD9}"/>
          </ac:spMkLst>
        </pc:spChg>
        <pc:spChg chg="mod">
          <ac:chgData name="Chetan Gupta" userId="b88cacc1-a5c7-45fd-8b7e-d6aa6996e5ff" providerId="ADAL" clId="{E237BC9A-40D8-5520-A1E7-D46615F688E7}" dt="2026-09-11T20:32:06.812" v="474" actId="1076"/>
          <ac:spMkLst>
            <pc:docMk/>
            <pc:sldMk cId="357756158" sldId="284"/>
            <ac:spMk id="69" creationId="{CA639FD2-256E-9442-9063-A50B3A8EA309}"/>
          </ac:spMkLst>
        </pc:spChg>
        <pc:spChg chg="mod">
          <ac:chgData name="Chetan Gupta" userId="b88cacc1-a5c7-45fd-8b7e-d6aa6996e5ff" providerId="ADAL" clId="{E237BC9A-40D8-5520-A1E7-D46615F688E7}" dt="2026-09-11T20:32:06.812" v="474" actId="1076"/>
          <ac:spMkLst>
            <pc:docMk/>
            <pc:sldMk cId="357756158" sldId="284"/>
            <ac:spMk id="71" creationId="{BEE80610-668B-1842-9CBF-83FC022CF10A}"/>
          </ac:spMkLst>
        </pc:spChg>
        <pc:spChg chg="mod">
          <ac:chgData name="Chetan Gupta" userId="b88cacc1-a5c7-45fd-8b7e-d6aa6996e5ff" providerId="ADAL" clId="{E237BC9A-40D8-5520-A1E7-D46615F688E7}" dt="2026-09-11T20:32:06.812" v="474" actId="1076"/>
          <ac:spMkLst>
            <pc:docMk/>
            <pc:sldMk cId="357756158" sldId="284"/>
            <ac:spMk id="72" creationId="{AE419900-368C-9045-AF23-B0FC088D6206}"/>
          </ac:spMkLst>
        </pc:spChg>
        <pc:spChg chg="mod">
          <ac:chgData name="Chetan Gupta" userId="b88cacc1-a5c7-45fd-8b7e-d6aa6996e5ff" providerId="ADAL" clId="{E237BC9A-40D8-5520-A1E7-D46615F688E7}" dt="2026-09-11T20:25:03.151" v="96" actId="14100"/>
          <ac:spMkLst>
            <pc:docMk/>
            <pc:sldMk cId="357756158" sldId="284"/>
            <ac:spMk id="76" creationId="{3B24224B-856A-4746-BD84-0FC824B286A1}"/>
          </ac:spMkLst>
        </pc:spChg>
        <pc:spChg chg="mod">
          <ac:chgData name="Chetan Gupta" userId="b88cacc1-a5c7-45fd-8b7e-d6aa6996e5ff" providerId="ADAL" clId="{E237BC9A-40D8-5520-A1E7-D46615F688E7}" dt="2026-09-11T20:25:09.228" v="97" actId="20577"/>
          <ac:spMkLst>
            <pc:docMk/>
            <pc:sldMk cId="357756158" sldId="284"/>
            <ac:spMk id="77" creationId="{7CDF6B4F-BBD3-164B-85D6-03C65533BE1A}"/>
          </ac:spMkLst>
        </pc:spChg>
        <pc:spChg chg="mod">
          <ac:chgData name="Chetan Gupta" userId="b88cacc1-a5c7-45fd-8b7e-d6aa6996e5ff" providerId="ADAL" clId="{E237BC9A-40D8-5520-A1E7-D46615F688E7}" dt="2026-09-11T20:48:01.493" v="979" actId="1076"/>
          <ac:spMkLst>
            <pc:docMk/>
            <pc:sldMk cId="357756158" sldId="284"/>
            <ac:spMk id="85" creationId="{DE845AC7-C8E2-9849-A071-A0611A861802}"/>
          </ac:spMkLst>
        </pc:spChg>
        <pc:spChg chg="mod">
          <ac:chgData name="Chetan Gupta" userId="b88cacc1-a5c7-45fd-8b7e-d6aa6996e5ff" providerId="ADAL" clId="{E237BC9A-40D8-5520-A1E7-D46615F688E7}" dt="2026-09-11T20:22:11.043" v="71" actId="1076"/>
          <ac:spMkLst>
            <pc:docMk/>
            <pc:sldMk cId="357756158" sldId="284"/>
            <ac:spMk id="86" creationId="{827287D6-FD1D-094B-8380-79A5A4311E33}"/>
          </ac:spMkLst>
        </pc:spChg>
        <pc:spChg chg="mod">
          <ac:chgData name="Chetan Gupta" userId="b88cacc1-a5c7-45fd-8b7e-d6aa6996e5ff" providerId="ADAL" clId="{E237BC9A-40D8-5520-A1E7-D46615F688E7}" dt="2026-09-11T20:32:06.812" v="474" actId="1076"/>
          <ac:spMkLst>
            <pc:docMk/>
            <pc:sldMk cId="357756158" sldId="284"/>
            <ac:spMk id="87" creationId="{61850CE9-A2D5-8744-BB23-C4A77F654826}"/>
          </ac:spMkLst>
        </pc:spChg>
        <pc:spChg chg="mod">
          <ac:chgData name="Chetan Gupta" userId="b88cacc1-a5c7-45fd-8b7e-d6aa6996e5ff" providerId="ADAL" clId="{E237BC9A-40D8-5520-A1E7-D46615F688E7}" dt="2026-09-11T20:47:57.650" v="978" actId="1076"/>
          <ac:spMkLst>
            <pc:docMk/>
            <pc:sldMk cId="357756158" sldId="284"/>
            <ac:spMk id="88" creationId="{74738F31-0BA7-1E4E-B836-A66AF752107D}"/>
          </ac:spMkLst>
        </pc:spChg>
        <pc:spChg chg="mod">
          <ac:chgData name="Chetan Gupta" userId="b88cacc1-a5c7-45fd-8b7e-d6aa6996e5ff" providerId="ADAL" clId="{E237BC9A-40D8-5520-A1E7-D46615F688E7}" dt="2026-09-11T20:32:06.812" v="474" actId="1076"/>
          <ac:spMkLst>
            <pc:docMk/>
            <pc:sldMk cId="357756158" sldId="284"/>
            <ac:spMk id="175" creationId="{74DD9866-4AF3-4A43-8619-A8A6226BC03F}"/>
          </ac:spMkLst>
        </pc:spChg>
        <pc:cxnChg chg="mod">
          <ac:chgData name="Chetan Gupta" userId="b88cacc1-a5c7-45fd-8b7e-d6aa6996e5ff" providerId="ADAL" clId="{E237BC9A-40D8-5520-A1E7-D46615F688E7}" dt="2026-09-11T20:22:15.362" v="72" actId="14100"/>
          <ac:cxnSpMkLst>
            <pc:docMk/>
            <pc:sldMk cId="357756158" sldId="284"/>
            <ac:cxnSpMk id="131" creationId="{F5E8BD6F-008C-394B-9D5C-628CD64E607A}"/>
          </ac:cxnSpMkLst>
        </pc:cxnChg>
        <pc:cxnChg chg="mod">
          <ac:chgData name="Chetan Gupta" userId="b88cacc1-a5c7-45fd-8b7e-d6aa6996e5ff" providerId="ADAL" clId="{E237BC9A-40D8-5520-A1E7-D46615F688E7}" dt="2026-09-11T20:22:11.043" v="71" actId="1076"/>
          <ac:cxnSpMkLst>
            <pc:docMk/>
            <pc:sldMk cId="357756158" sldId="284"/>
            <ac:cxnSpMk id="136" creationId="{E2826D63-459B-AC45-858A-7363F635F804}"/>
          </ac:cxnSpMkLst>
        </pc:cxnChg>
      </pc:sldChg>
      <pc:sldChg chg="modSp mod">
        <pc:chgData name="Chetan Gupta" userId="b88cacc1-a5c7-45fd-8b7e-d6aa6996e5ff" providerId="ADAL" clId="{E237BC9A-40D8-5520-A1E7-D46615F688E7}" dt="2026-09-11T20:28:49.204" v="295" actId="20577"/>
        <pc:sldMkLst>
          <pc:docMk/>
          <pc:sldMk cId="1244291924" sldId="291"/>
        </pc:sldMkLst>
        <pc:spChg chg="mod">
          <ac:chgData name="Chetan Gupta" userId="b88cacc1-a5c7-45fd-8b7e-d6aa6996e5ff" providerId="ADAL" clId="{E237BC9A-40D8-5520-A1E7-D46615F688E7}" dt="2026-09-11T20:28:49.204" v="295" actId="20577"/>
          <ac:spMkLst>
            <pc:docMk/>
            <pc:sldMk cId="1244291924" sldId="291"/>
            <ac:spMk id="158" creationId="{53ADE14D-D7A0-168A-4110-A99D5015D5DD}"/>
          </ac:spMkLst>
        </pc:spChg>
      </pc:sldChg>
      <pc:sldChg chg="modSp add mod setBg">
        <pc:chgData name="Chetan Gupta" userId="b88cacc1-a5c7-45fd-8b7e-d6aa6996e5ff" providerId="ADAL" clId="{E237BC9A-40D8-5520-A1E7-D46615F688E7}" dt="2026-09-11T20:43:21.778" v="877" actId="20577"/>
        <pc:sldMkLst>
          <pc:docMk/>
          <pc:sldMk cId="0" sldId="292"/>
        </pc:sldMkLst>
        <pc:spChg chg="mod">
          <ac:chgData name="Chetan Gupta" userId="b88cacc1-a5c7-45fd-8b7e-d6aa6996e5ff" providerId="ADAL" clId="{E237BC9A-40D8-5520-A1E7-D46615F688E7}" dt="2026-09-11T20:18:31.724" v="12" actId="20577"/>
          <ac:spMkLst>
            <pc:docMk/>
            <pc:sldMk cId="0" sldId="292"/>
            <ac:spMk id="10" creationId="{00000000-0000-0000-0000-000000000000}"/>
          </ac:spMkLst>
        </pc:spChg>
        <pc:spChg chg="mod">
          <ac:chgData name="Chetan Gupta" userId="b88cacc1-a5c7-45fd-8b7e-d6aa6996e5ff" providerId="ADAL" clId="{E237BC9A-40D8-5520-A1E7-D46615F688E7}" dt="2026-09-11T20:25:54.993" v="130" actId="20577"/>
          <ac:spMkLst>
            <pc:docMk/>
            <pc:sldMk cId="0" sldId="292"/>
            <ac:spMk id="11" creationId="{00000000-0000-0000-0000-000000000000}"/>
          </ac:spMkLst>
        </pc:spChg>
        <pc:spChg chg="mod">
          <ac:chgData name="Chetan Gupta" userId="b88cacc1-a5c7-45fd-8b7e-d6aa6996e5ff" providerId="ADAL" clId="{E237BC9A-40D8-5520-A1E7-D46615F688E7}" dt="2026-09-11T20:43:21.778" v="877" actId="20577"/>
          <ac:spMkLst>
            <pc:docMk/>
            <pc:sldMk cId="0" sldId="292"/>
            <ac:spMk id="23" creationId="{00000000-0000-0000-0000-000000000000}"/>
          </ac:spMkLst>
        </pc:spChg>
      </pc:sldChg>
      <pc:sldChg chg="modSp add mod ord">
        <pc:chgData name="Chetan Gupta" userId="b88cacc1-a5c7-45fd-8b7e-d6aa6996e5ff" providerId="ADAL" clId="{E237BC9A-40D8-5520-A1E7-D46615F688E7}" dt="2026-09-11T20:38:15.338" v="613" actId="14100"/>
        <pc:sldMkLst>
          <pc:docMk/>
          <pc:sldMk cId="1552128982" sldId="293"/>
        </pc:sldMkLst>
        <pc:spChg chg="mod">
          <ac:chgData name="Chetan Gupta" userId="b88cacc1-a5c7-45fd-8b7e-d6aa6996e5ff" providerId="ADAL" clId="{E237BC9A-40D8-5520-A1E7-D46615F688E7}" dt="2026-09-11T20:38:15.338" v="613" actId="14100"/>
          <ac:spMkLst>
            <pc:docMk/>
            <pc:sldMk cId="1552128982" sldId="293"/>
            <ac:spMk id="64" creationId="{B5F8AB7C-3BBF-BFED-A8E0-AE7B94D48F93}"/>
          </ac:spMkLst>
        </pc:spChg>
        <pc:spChg chg="mod">
          <ac:chgData name="Chetan Gupta" userId="b88cacc1-a5c7-45fd-8b7e-d6aa6996e5ff" providerId="ADAL" clId="{E237BC9A-40D8-5520-A1E7-D46615F688E7}" dt="2026-09-11T20:20:00.773" v="61" actId="20577"/>
          <ac:spMkLst>
            <pc:docMk/>
            <pc:sldMk cId="1552128982" sldId="293"/>
            <ac:spMk id="174" creationId="{DF5643DA-DCEB-0D92-4B1E-BB37E11ECC80}"/>
          </ac:spMkLst>
        </pc:spChg>
      </pc:sldChg>
      <pc:sldChg chg="add setBg">
        <pc:chgData name="Chetan Gupta" userId="b88cacc1-a5c7-45fd-8b7e-d6aa6996e5ff" providerId="ADAL" clId="{E237BC9A-40D8-5520-A1E7-D46615F688E7}" dt="2026-09-11T20:21:15.057" v="66"/>
        <pc:sldMkLst>
          <pc:docMk/>
          <pc:sldMk cId="2202540523" sldId="294"/>
        </pc:sldMkLst>
      </pc:sldChg>
      <pc:sldChg chg="addSp delSp modSp add mod ord">
        <pc:chgData name="Chetan Gupta" userId="b88cacc1-a5c7-45fd-8b7e-d6aa6996e5ff" providerId="ADAL" clId="{E237BC9A-40D8-5520-A1E7-D46615F688E7}" dt="2026-09-11T20:37:26.011" v="567" actId="20578"/>
        <pc:sldMkLst>
          <pc:docMk/>
          <pc:sldMk cId="4074060571" sldId="296"/>
        </pc:sldMkLst>
        <pc:spChg chg="add mod">
          <ac:chgData name="Chetan Gupta" userId="b88cacc1-a5c7-45fd-8b7e-d6aa6996e5ff" providerId="ADAL" clId="{E237BC9A-40D8-5520-A1E7-D46615F688E7}" dt="2026-09-11T20:36:23.499" v="545" actId="1076"/>
          <ac:spMkLst>
            <pc:docMk/>
            <pc:sldMk cId="4074060571" sldId="296"/>
            <ac:spMk id="4" creationId="{600CB860-9BF5-B688-41A0-4E64A6667644}"/>
          </ac:spMkLst>
        </pc:spChg>
        <pc:spChg chg="mod">
          <ac:chgData name="Chetan Gupta" userId="b88cacc1-a5c7-45fd-8b7e-d6aa6996e5ff" providerId="ADAL" clId="{E237BC9A-40D8-5520-A1E7-D46615F688E7}" dt="2026-09-11T20:36:48.798" v="562" actId="20577"/>
          <ac:spMkLst>
            <pc:docMk/>
            <pc:sldMk cId="4074060571" sldId="296"/>
            <ac:spMk id="64" creationId="{F9DFEBEE-BAC4-4DEB-CC02-300354DB22B4}"/>
          </ac:spMkLst>
        </pc:spChg>
        <pc:spChg chg="mod">
          <ac:chgData name="Chetan Gupta" userId="b88cacc1-a5c7-45fd-8b7e-d6aa6996e5ff" providerId="ADAL" clId="{E237BC9A-40D8-5520-A1E7-D46615F688E7}" dt="2026-09-11T20:35:22.840" v="535" actId="1076"/>
          <ac:spMkLst>
            <pc:docMk/>
            <pc:sldMk cId="4074060571" sldId="296"/>
            <ac:spMk id="76" creationId="{EB18803E-2A84-0CFA-C5F1-1A161B4DF68E}"/>
          </ac:spMkLst>
        </pc:spChg>
        <pc:spChg chg="mod">
          <ac:chgData name="Chetan Gupta" userId="b88cacc1-a5c7-45fd-8b7e-d6aa6996e5ff" providerId="ADAL" clId="{E237BC9A-40D8-5520-A1E7-D46615F688E7}" dt="2026-09-11T20:35:22.840" v="535" actId="1076"/>
          <ac:spMkLst>
            <pc:docMk/>
            <pc:sldMk cId="4074060571" sldId="296"/>
            <ac:spMk id="77" creationId="{B7EE8D8A-7FD4-E632-4747-32AEB9D3C148}"/>
          </ac:spMkLst>
        </pc:spChg>
        <pc:spChg chg="mod">
          <ac:chgData name="Chetan Gupta" userId="b88cacc1-a5c7-45fd-8b7e-d6aa6996e5ff" providerId="ADAL" clId="{E237BC9A-40D8-5520-A1E7-D46615F688E7}" dt="2026-09-11T20:35:22.840" v="535" actId="1076"/>
          <ac:spMkLst>
            <pc:docMk/>
            <pc:sldMk cId="4074060571" sldId="296"/>
            <ac:spMk id="78" creationId="{8D8D8F1A-F3D8-EC94-13CA-5CF93B89151B}"/>
          </ac:spMkLst>
        </pc:spChg>
        <pc:spChg chg="mod">
          <ac:chgData name="Chetan Gupta" userId="b88cacc1-a5c7-45fd-8b7e-d6aa6996e5ff" providerId="ADAL" clId="{E237BC9A-40D8-5520-A1E7-D46615F688E7}" dt="2026-09-11T20:35:22.840" v="535" actId="1076"/>
          <ac:spMkLst>
            <pc:docMk/>
            <pc:sldMk cId="4074060571" sldId="296"/>
            <ac:spMk id="79" creationId="{34E3BC45-2A92-2ACA-CE9E-5FE057CEA7A5}"/>
          </ac:spMkLst>
        </pc:spChg>
        <pc:spChg chg="mod">
          <ac:chgData name="Chetan Gupta" userId="b88cacc1-a5c7-45fd-8b7e-d6aa6996e5ff" providerId="ADAL" clId="{E237BC9A-40D8-5520-A1E7-D46615F688E7}" dt="2026-09-11T20:35:22.840" v="535" actId="1076"/>
          <ac:spMkLst>
            <pc:docMk/>
            <pc:sldMk cId="4074060571" sldId="296"/>
            <ac:spMk id="80" creationId="{304EB2C2-DEEC-776E-8666-9EFA6C306F20}"/>
          </ac:spMkLst>
        </pc:spChg>
        <pc:spChg chg="mod">
          <ac:chgData name="Chetan Gupta" userId="b88cacc1-a5c7-45fd-8b7e-d6aa6996e5ff" providerId="ADAL" clId="{E237BC9A-40D8-5520-A1E7-D46615F688E7}" dt="2026-09-11T20:35:22.840" v="535" actId="1076"/>
          <ac:spMkLst>
            <pc:docMk/>
            <pc:sldMk cId="4074060571" sldId="296"/>
            <ac:spMk id="81" creationId="{D2FBE3EB-5C45-D189-BA29-71B62660DABD}"/>
          </ac:spMkLst>
        </pc:spChg>
        <pc:spChg chg="mod">
          <ac:chgData name="Chetan Gupta" userId="b88cacc1-a5c7-45fd-8b7e-d6aa6996e5ff" providerId="ADAL" clId="{E237BC9A-40D8-5520-A1E7-D46615F688E7}" dt="2026-09-11T20:35:45.745" v="540" actId="14100"/>
          <ac:spMkLst>
            <pc:docMk/>
            <pc:sldMk cId="4074060571" sldId="296"/>
            <ac:spMk id="82" creationId="{49D717B1-82AA-1577-269D-0620D4C3B0DD}"/>
          </ac:spMkLst>
        </pc:spChg>
        <pc:spChg chg="mod">
          <ac:chgData name="Chetan Gupta" userId="b88cacc1-a5c7-45fd-8b7e-d6aa6996e5ff" providerId="ADAL" clId="{E237BC9A-40D8-5520-A1E7-D46615F688E7}" dt="2026-09-11T20:35:22.840" v="535" actId="1076"/>
          <ac:spMkLst>
            <pc:docMk/>
            <pc:sldMk cId="4074060571" sldId="296"/>
            <ac:spMk id="83" creationId="{C6AAFBAF-548F-EE80-3A70-0AE4B97EE85D}"/>
          </ac:spMkLst>
        </pc:spChg>
        <pc:spChg chg="mod">
          <ac:chgData name="Chetan Gupta" userId="b88cacc1-a5c7-45fd-8b7e-d6aa6996e5ff" providerId="ADAL" clId="{E237BC9A-40D8-5520-A1E7-D46615F688E7}" dt="2026-09-11T20:35:41.559" v="539" actId="1076"/>
          <ac:spMkLst>
            <pc:docMk/>
            <pc:sldMk cId="4074060571" sldId="296"/>
            <ac:spMk id="86" creationId="{16A34C94-E37E-5E54-9A58-48B99E60EFBC}"/>
          </ac:spMkLst>
        </pc:spChg>
        <pc:spChg chg="mod">
          <ac:chgData name="Chetan Gupta" userId="b88cacc1-a5c7-45fd-8b7e-d6aa6996e5ff" providerId="ADAL" clId="{E237BC9A-40D8-5520-A1E7-D46615F688E7}" dt="2026-09-11T20:35:50.158" v="541" actId="14100"/>
          <ac:spMkLst>
            <pc:docMk/>
            <pc:sldMk cId="4074060571" sldId="296"/>
            <ac:spMk id="173" creationId="{0BCC4830-A33E-81B0-8BD2-855CF4082261}"/>
          </ac:spMkLst>
        </pc:spChg>
        <pc:spChg chg="mod">
          <ac:chgData name="Chetan Gupta" userId="b88cacc1-a5c7-45fd-8b7e-d6aa6996e5ff" providerId="ADAL" clId="{E237BC9A-40D8-5520-A1E7-D46615F688E7}" dt="2026-09-11T20:35:22.840" v="535" actId="1076"/>
          <ac:spMkLst>
            <pc:docMk/>
            <pc:sldMk cId="4074060571" sldId="296"/>
            <ac:spMk id="180" creationId="{128F1502-7199-F8DD-96B9-561579102263}"/>
          </ac:spMkLst>
        </pc:spChg>
        <pc:spChg chg="mod">
          <ac:chgData name="Chetan Gupta" userId="b88cacc1-a5c7-45fd-8b7e-d6aa6996e5ff" providerId="ADAL" clId="{E237BC9A-40D8-5520-A1E7-D46615F688E7}" dt="2026-09-11T20:35:22.840" v="535" actId="1076"/>
          <ac:spMkLst>
            <pc:docMk/>
            <pc:sldMk cId="4074060571" sldId="296"/>
            <ac:spMk id="181" creationId="{159C8F29-866C-2AC1-49A8-2107E99F5340}"/>
          </ac:spMkLst>
        </pc:spChg>
        <pc:cxnChg chg="mod">
          <ac:chgData name="Chetan Gupta" userId="b88cacc1-a5c7-45fd-8b7e-d6aa6996e5ff" providerId="ADAL" clId="{E237BC9A-40D8-5520-A1E7-D46615F688E7}" dt="2026-09-11T20:35:34.631" v="537" actId="14100"/>
          <ac:cxnSpMkLst>
            <pc:docMk/>
            <pc:sldMk cId="4074060571" sldId="296"/>
            <ac:cxnSpMk id="130" creationId="{1869052E-7558-7A67-E7B1-E98909AB3BB0}"/>
          </ac:cxnSpMkLst>
        </pc:cxnChg>
        <pc:cxnChg chg="mod">
          <ac:chgData name="Chetan Gupta" userId="b88cacc1-a5c7-45fd-8b7e-d6aa6996e5ff" providerId="ADAL" clId="{E237BC9A-40D8-5520-A1E7-D46615F688E7}" dt="2026-09-11T20:35:59.685" v="542" actId="14100"/>
          <ac:cxnSpMkLst>
            <pc:docMk/>
            <pc:sldMk cId="4074060571" sldId="296"/>
            <ac:cxnSpMk id="131" creationId="{3D8F24F3-B270-B9E4-3B2D-B96457714AFA}"/>
          </ac:cxnSpMkLst>
        </pc:cxnChg>
      </pc:sldChg>
    </pc:docChg>
  </pc:docChgLst>
  <pc:docChgLst>
    <pc:chgData name="Jovan Rajapakse" userId="ce8c8c74-4201-4bc0-9115-11dba321333b" providerId="ADAL" clId="{782ECC5B-6956-52CE-A9C1-C133186D4D50}"/>
    <pc:docChg chg="undo custSel modSld">
      <pc:chgData name="Jovan Rajapakse" userId="ce8c8c74-4201-4bc0-9115-11dba321333b" providerId="ADAL" clId="{782ECC5B-6956-52CE-A9C1-C133186D4D50}" dt="2026-09-16T17:14:16.850" v="1739" actId="20577"/>
      <pc:docMkLst>
        <pc:docMk/>
      </pc:docMkLst>
      <pc:sldChg chg="modSp mod modNotesTx">
        <pc:chgData name="Jovan Rajapakse" userId="ce8c8c74-4201-4bc0-9115-11dba321333b" providerId="ADAL" clId="{782ECC5B-6956-52CE-A9C1-C133186D4D50}" dt="2026-09-16T14:33:31.354" v="1248" actId="20577"/>
        <pc:sldMkLst>
          <pc:docMk/>
          <pc:sldMk cId="357756158" sldId="284"/>
        </pc:sldMkLst>
        <pc:spChg chg="mod">
          <ac:chgData name="Jovan Rajapakse" userId="ce8c8c74-4201-4bc0-9115-11dba321333b" providerId="ADAL" clId="{782ECC5B-6956-52CE-A9C1-C133186D4D50}" dt="2026-09-14T23:15:39.304" v="871" actId="20577"/>
          <ac:spMkLst>
            <pc:docMk/>
            <pc:sldMk cId="357756158" sldId="284"/>
            <ac:spMk id="12" creationId="{6E6957D6-DEBA-53CD-715F-546EFC46567F}"/>
          </ac:spMkLst>
        </pc:spChg>
        <pc:spChg chg="mod">
          <ac:chgData name="Jovan Rajapakse" userId="ce8c8c74-4201-4bc0-9115-11dba321333b" providerId="ADAL" clId="{782ECC5B-6956-52CE-A9C1-C133186D4D50}" dt="2026-09-16T14:33:25.611" v="1244" actId="20577"/>
          <ac:spMkLst>
            <pc:docMk/>
            <pc:sldMk cId="357756158" sldId="284"/>
            <ac:spMk id="20" creationId="{78969313-2295-8B0B-E124-C094ACFE687A}"/>
          </ac:spMkLst>
        </pc:spChg>
        <pc:spChg chg="mod">
          <ac:chgData name="Jovan Rajapakse" userId="ce8c8c74-4201-4bc0-9115-11dba321333b" providerId="ADAL" clId="{782ECC5B-6956-52CE-A9C1-C133186D4D50}" dt="2026-09-16T14:33:31.354" v="1248" actId="20577"/>
          <ac:spMkLst>
            <pc:docMk/>
            <pc:sldMk cId="357756158" sldId="284"/>
            <ac:spMk id="88" creationId="{74738F31-0BA7-1E4E-B836-A66AF752107D}"/>
          </ac:spMkLst>
        </pc:spChg>
      </pc:sldChg>
      <pc:sldChg chg="modSp mod modNotesTx">
        <pc:chgData name="Jovan Rajapakse" userId="ce8c8c74-4201-4bc0-9115-11dba321333b" providerId="ADAL" clId="{782ECC5B-6956-52CE-A9C1-C133186D4D50}" dt="2026-09-14T23:16:47.873" v="907" actId="20577"/>
        <pc:sldMkLst>
          <pc:docMk/>
          <pc:sldMk cId="4073125833" sldId="287"/>
        </pc:sldMkLst>
        <pc:graphicFrameChg chg="mod modGraphic">
          <ac:chgData name="Jovan Rajapakse" userId="ce8c8c74-4201-4bc0-9115-11dba321333b" providerId="ADAL" clId="{782ECC5B-6956-52CE-A9C1-C133186D4D50}" dt="2026-09-14T23:16:47.873" v="907" actId="20577"/>
          <ac:graphicFrameMkLst>
            <pc:docMk/>
            <pc:sldMk cId="4073125833" sldId="287"/>
            <ac:graphicFrameMk id="3" creationId="{83F7878D-0937-8481-A39D-EAD1464C3A0B}"/>
          </ac:graphicFrameMkLst>
        </pc:graphicFrameChg>
      </pc:sldChg>
      <pc:sldChg chg="modSp mod modNotesTx">
        <pc:chgData name="Jovan Rajapakse" userId="ce8c8c74-4201-4bc0-9115-11dba321333b" providerId="ADAL" clId="{782ECC5B-6956-52CE-A9C1-C133186D4D50}" dt="2026-09-16T17:14:16.850" v="1739" actId="20577"/>
        <pc:sldMkLst>
          <pc:docMk/>
          <pc:sldMk cId="3102659255" sldId="288"/>
        </pc:sldMkLst>
        <pc:spChg chg="mod">
          <ac:chgData name="Jovan Rajapakse" userId="ce8c8c74-4201-4bc0-9115-11dba321333b" providerId="ADAL" clId="{782ECC5B-6956-52CE-A9C1-C133186D4D50}" dt="2026-09-16T16:22:29.774" v="1513" actId="14100"/>
          <ac:spMkLst>
            <pc:docMk/>
            <pc:sldMk cId="3102659255" sldId="288"/>
            <ac:spMk id="2" creationId="{D2F43578-8BCD-577C-3AE4-A4780D00CA39}"/>
          </ac:spMkLst>
        </pc:spChg>
        <pc:graphicFrameChg chg="mod modGraphic">
          <ac:chgData name="Jovan Rajapakse" userId="ce8c8c74-4201-4bc0-9115-11dba321333b" providerId="ADAL" clId="{782ECC5B-6956-52CE-A9C1-C133186D4D50}" dt="2026-09-16T17:14:16.850" v="1739" actId="20577"/>
          <ac:graphicFrameMkLst>
            <pc:docMk/>
            <pc:sldMk cId="3102659255" sldId="288"/>
            <ac:graphicFrameMk id="3" creationId="{76967C2E-D240-364A-330E-7D7C502A9254}"/>
          </ac:graphicFrameMkLst>
        </pc:graphicFrameChg>
      </pc:sldChg>
      <pc:sldChg chg="modSp mod modNotesTx">
        <pc:chgData name="Jovan Rajapakse" userId="ce8c8c74-4201-4bc0-9115-11dba321333b" providerId="ADAL" clId="{782ECC5B-6956-52CE-A9C1-C133186D4D50}" dt="2026-09-16T14:45:59.274" v="1497" actId="14100"/>
        <pc:sldMkLst>
          <pc:docMk/>
          <pc:sldMk cId="1244291924" sldId="291"/>
        </pc:sldMkLst>
        <pc:spChg chg="mod">
          <ac:chgData name="Jovan Rajapakse" userId="ce8c8c74-4201-4bc0-9115-11dba321333b" providerId="ADAL" clId="{782ECC5B-6956-52CE-A9C1-C133186D4D50}" dt="2026-09-14T23:32:06.703" v="1004" actId="20577"/>
          <ac:spMkLst>
            <pc:docMk/>
            <pc:sldMk cId="1244291924" sldId="291"/>
            <ac:spMk id="9" creationId="{C82142D1-276C-3654-B4D0-A6E49347641E}"/>
          </ac:spMkLst>
        </pc:spChg>
        <pc:spChg chg="mod">
          <ac:chgData name="Jovan Rajapakse" userId="ce8c8c74-4201-4bc0-9115-11dba321333b" providerId="ADAL" clId="{782ECC5B-6956-52CE-A9C1-C133186D4D50}" dt="2026-09-14T23:18:28.048" v="996" actId="20577"/>
          <ac:spMkLst>
            <pc:docMk/>
            <pc:sldMk cId="1244291924" sldId="291"/>
            <ac:spMk id="10" creationId="{122FC714-6852-5969-4F0C-2ACB5BC91965}"/>
          </ac:spMkLst>
        </pc:spChg>
        <pc:spChg chg="mod">
          <ac:chgData name="Jovan Rajapakse" userId="ce8c8c74-4201-4bc0-9115-11dba321333b" providerId="ADAL" clId="{782ECC5B-6956-52CE-A9C1-C133186D4D50}" dt="2026-09-11T19:21:41.552" v="241" actId="14100"/>
          <ac:spMkLst>
            <pc:docMk/>
            <pc:sldMk cId="1244291924" sldId="291"/>
            <ac:spMk id="13" creationId="{29BAEE47-D771-C396-57C7-0877A7C07A4D}"/>
          </ac:spMkLst>
        </pc:spChg>
        <pc:spChg chg="mod">
          <ac:chgData name="Jovan Rajapakse" userId="ce8c8c74-4201-4bc0-9115-11dba321333b" providerId="ADAL" clId="{782ECC5B-6956-52CE-A9C1-C133186D4D50}" dt="2026-09-14T22:03:36.538" v="830" actId="20577"/>
          <ac:spMkLst>
            <pc:docMk/>
            <pc:sldMk cId="1244291924" sldId="291"/>
            <ac:spMk id="16" creationId="{CFD85542-298C-39CA-CB2F-249B0ABFA7D8}"/>
          </ac:spMkLst>
        </pc:spChg>
        <pc:spChg chg="mod">
          <ac:chgData name="Jovan Rajapakse" userId="ce8c8c74-4201-4bc0-9115-11dba321333b" providerId="ADAL" clId="{782ECC5B-6956-52CE-A9C1-C133186D4D50}" dt="2026-09-15T00:26:34.537" v="1045" actId="20577"/>
          <ac:spMkLst>
            <pc:docMk/>
            <pc:sldMk cId="1244291924" sldId="291"/>
            <ac:spMk id="19" creationId="{48E8DB6B-A3B4-0287-2AA3-8BB234837443}"/>
          </ac:spMkLst>
        </pc:spChg>
        <pc:spChg chg="mod">
          <ac:chgData name="Jovan Rajapakse" userId="ce8c8c74-4201-4bc0-9115-11dba321333b" providerId="ADAL" clId="{782ECC5B-6956-52CE-A9C1-C133186D4D50}" dt="2026-09-14T20:53:48.356" v="484" actId="1035"/>
          <ac:spMkLst>
            <pc:docMk/>
            <pc:sldMk cId="1244291924" sldId="291"/>
            <ac:spMk id="27" creationId="{A91EF3E5-4054-6DE4-9D98-E652DFEFD29C}"/>
          </ac:spMkLst>
        </pc:spChg>
        <pc:spChg chg="mod">
          <ac:chgData name="Jovan Rajapakse" userId="ce8c8c74-4201-4bc0-9115-11dba321333b" providerId="ADAL" clId="{782ECC5B-6956-52CE-A9C1-C133186D4D50}" dt="2026-09-16T14:45:59.274" v="1497" actId="14100"/>
          <ac:spMkLst>
            <pc:docMk/>
            <pc:sldMk cId="1244291924" sldId="291"/>
            <ac:spMk id="28" creationId="{26F5FE93-3460-E35C-7BFD-A2D3A99389FE}"/>
          </ac:spMkLst>
        </pc:spChg>
        <pc:spChg chg="mod">
          <ac:chgData name="Jovan Rajapakse" userId="ce8c8c74-4201-4bc0-9115-11dba321333b" providerId="ADAL" clId="{782ECC5B-6956-52CE-A9C1-C133186D4D50}" dt="2026-09-11T19:18:24.564" v="12" actId="20577"/>
          <ac:spMkLst>
            <pc:docMk/>
            <pc:sldMk cId="1244291924" sldId="291"/>
            <ac:spMk id="33" creationId="{49404F3E-4F63-1900-E9A6-AD8FE8260F66}"/>
          </ac:spMkLst>
        </pc:spChg>
        <pc:spChg chg="mod">
          <ac:chgData name="Jovan Rajapakse" userId="ce8c8c74-4201-4bc0-9115-11dba321333b" providerId="ADAL" clId="{782ECC5B-6956-52CE-A9C1-C133186D4D50}" dt="2026-09-14T20:53:48.356" v="484" actId="1035"/>
          <ac:spMkLst>
            <pc:docMk/>
            <pc:sldMk cId="1244291924" sldId="291"/>
            <ac:spMk id="36" creationId="{35E79F3A-68CC-3DE5-7B3E-CA9DC88ADF75}"/>
          </ac:spMkLst>
        </pc:spChg>
        <pc:spChg chg="mod">
          <ac:chgData name="Jovan Rajapakse" userId="ce8c8c74-4201-4bc0-9115-11dba321333b" providerId="ADAL" clId="{782ECC5B-6956-52CE-A9C1-C133186D4D50}" dt="2026-09-16T14:34:57.938" v="1293" actId="20577"/>
          <ac:spMkLst>
            <pc:docMk/>
            <pc:sldMk cId="1244291924" sldId="291"/>
            <ac:spMk id="88" creationId="{11FA847F-E9A9-FD2C-D263-E11943BE6FA1}"/>
          </ac:spMkLst>
        </pc:spChg>
        <pc:spChg chg="mod">
          <ac:chgData name="Jovan Rajapakse" userId="ce8c8c74-4201-4bc0-9115-11dba321333b" providerId="ADAL" clId="{782ECC5B-6956-52CE-A9C1-C133186D4D50}" dt="2026-09-14T23:15:31.647" v="867" actId="20577"/>
          <ac:spMkLst>
            <pc:docMk/>
            <pc:sldMk cId="1244291924" sldId="291"/>
            <ac:spMk id="97" creationId="{3AA8B714-6274-1EE7-7F3F-BA535BF65F09}"/>
          </ac:spMkLst>
        </pc:spChg>
        <pc:spChg chg="mod">
          <ac:chgData name="Jovan Rajapakse" userId="ce8c8c74-4201-4bc0-9115-11dba321333b" providerId="ADAL" clId="{782ECC5B-6956-52CE-A9C1-C133186D4D50}" dt="2026-09-14T20:53:48.356" v="484" actId="1035"/>
          <ac:spMkLst>
            <pc:docMk/>
            <pc:sldMk cId="1244291924" sldId="291"/>
            <ac:spMk id="99" creationId="{3ACED8D9-0226-0BFD-EB1E-64030BE37566}"/>
          </ac:spMkLst>
        </pc:spChg>
        <pc:spChg chg="mod">
          <ac:chgData name="Jovan Rajapakse" userId="ce8c8c74-4201-4bc0-9115-11dba321333b" providerId="ADAL" clId="{782ECC5B-6956-52CE-A9C1-C133186D4D50}" dt="2026-09-11T19:22:22.825" v="254" actId="20577"/>
          <ac:spMkLst>
            <pc:docMk/>
            <pc:sldMk cId="1244291924" sldId="291"/>
            <ac:spMk id="100" creationId="{2FB99267-154D-3272-04DE-1780B31D32E1}"/>
          </ac:spMkLst>
        </pc:spChg>
        <pc:spChg chg="mod">
          <ac:chgData name="Jovan Rajapakse" userId="ce8c8c74-4201-4bc0-9115-11dba321333b" providerId="ADAL" clId="{782ECC5B-6956-52CE-A9C1-C133186D4D50}" dt="2026-09-11T19:22:03.182" v="250" actId="20577"/>
          <ac:spMkLst>
            <pc:docMk/>
            <pc:sldMk cId="1244291924" sldId="291"/>
            <ac:spMk id="103" creationId="{15C25032-192F-1184-8528-70DA5D69D879}"/>
          </ac:spMkLst>
        </pc:spChg>
        <pc:spChg chg="mod">
          <ac:chgData name="Jovan Rajapakse" userId="ce8c8c74-4201-4bc0-9115-11dba321333b" providerId="ADAL" clId="{782ECC5B-6956-52CE-A9C1-C133186D4D50}" dt="2026-09-14T20:53:48.356" v="484" actId="1035"/>
          <ac:spMkLst>
            <pc:docMk/>
            <pc:sldMk cId="1244291924" sldId="291"/>
            <ac:spMk id="105" creationId="{385BC9ED-2D3D-03F9-899C-2ADE520215CE}"/>
          </ac:spMkLst>
        </pc:spChg>
        <pc:spChg chg="mod">
          <ac:chgData name="Jovan Rajapakse" userId="ce8c8c74-4201-4bc0-9115-11dba321333b" providerId="ADAL" clId="{782ECC5B-6956-52CE-A9C1-C133186D4D50}" dt="2026-09-14T23:15:24.261" v="863" actId="20577"/>
          <ac:spMkLst>
            <pc:docMk/>
            <pc:sldMk cId="1244291924" sldId="291"/>
            <ac:spMk id="106" creationId="{CBA0A3B7-A22E-5149-CA68-30A7E7AE97C0}"/>
          </ac:spMkLst>
        </pc:spChg>
        <pc:spChg chg="mod">
          <ac:chgData name="Jovan Rajapakse" userId="ce8c8c74-4201-4bc0-9115-11dba321333b" providerId="ADAL" clId="{782ECC5B-6956-52CE-A9C1-C133186D4D50}" dt="2026-09-14T20:53:41.333" v="467" actId="1035"/>
          <ac:spMkLst>
            <pc:docMk/>
            <pc:sldMk cId="1244291924" sldId="291"/>
            <ac:spMk id="128" creationId="{44F63530-FD82-C77B-B234-36FD9D4FF24C}"/>
          </ac:spMkLst>
        </pc:spChg>
        <pc:spChg chg="mod">
          <ac:chgData name="Jovan Rajapakse" userId="ce8c8c74-4201-4bc0-9115-11dba321333b" providerId="ADAL" clId="{782ECC5B-6956-52CE-A9C1-C133186D4D50}" dt="2026-09-14T23:15:10.969" v="853" actId="20577"/>
          <ac:spMkLst>
            <pc:docMk/>
            <pc:sldMk cId="1244291924" sldId="291"/>
            <ac:spMk id="158" creationId="{53ADE14D-D7A0-168A-4110-A99D5015D5DD}"/>
          </ac:spMkLst>
        </pc:spChg>
        <pc:spChg chg="mod">
          <ac:chgData name="Jovan Rajapakse" userId="ce8c8c74-4201-4bc0-9115-11dba321333b" providerId="ADAL" clId="{782ECC5B-6956-52CE-A9C1-C133186D4D50}" dt="2026-09-14T23:32:12.280" v="1008" actId="20577"/>
          <ac:spMkLst>
            <pc:docMk/>
            <pc:sldMk cId="1244291924" sldId="291"/>
            <ac:spMk id="159" creationId="{6A5DB187-61BE-7A24-2C23-0753E49F607A}"/>
          </ac:spMkLst>
        </pc:spChg>
        <pc:spChg chg="mod">
          <ac:chgData name="Jovan Rajapakse" userId="ce8c8c74-4201-4bc0-9115-11dba321333b" providerId="ADAL" clId="{782ECC5B-6956-52CE-A9C1-C133186D4D50}" dt="2026-09-14T23:15:20.025" v="857" actId="20577"/>
          <ac:spMkLst>
            <pc:docMk/>
            <pc:sldMk cId="1244291924" sldId="291"/>
            <ac:spMk id="165" creationId="{D2D37FB8-1180-DF12-6733-EFBF38740F43}"/>
          </ac:spMkLst>
        </pc:spChg>
      </pc:sldChg>
      <pc:sldChg chg="addSp modSp mod">
        <pc:chgData name="Jovan Rajapakse" userId="ce8c8c74-4201-4bc0-9115-11dba321333b" providerId="ADAL" clId="{782ECC5B-6956-52CE-A9C1-C133186D4D50}" dt="2026-09-16T14:45:39.735" v="1493" actId="20577"/>
        <pc:sldMkLst>
          <pc:docMk/>
          <pc:sldMk cId="1552128982" sldId="293"/>
        </pc:sldMkLst>
        <pc:spChg chg="add mod">
          <ac:chgData name="Jovan Rajapakse" userId="ce8c8c74-4201-4bc0-9115-11dba321333b" providerId="ADAL" clId="{782ECC5B-6956-52CE-A9C1-C133186D4D50}" dt="2026-09-16T14:01:47.356" v="1209" actId="1076"/>
          <ac:spMkLst>
            <pc:docMk/>
            <pc:sldMk cId="1552128982" sldId="293"/>
            <ac:spMk id="8" creationId="{A0171B56-5893-FC52-6BA2-02E4F5D649D2}"/>
          </ac:spMkLst>
        </pc:spChg>
        <pc:spChg chg="add mod">
          <ac:chgData name="Jovan Rajapakse" userId="ce8c8c74-4201-4bc0-9115-11dba321333b" providerId="ADAL" clId="{782ECC5B-6956-52CE-A9C1-C133186D4D50}" dt="2026-09-16T14:45:39.735" v="1493" actId="20577"/>
          <ac:spMkLst>
            <pc:docMk/>
            <pc:sldMk cId="1552128982" sldId="293"/>
            <ac:spMk id="9" creationId="{92922C26-AF25-4CB3-36CF-6612B90F00A4}"/>
          </ac:spMkLst>
        </pc:spChg>
        <pc:spChg chg="add mod">
          <ac:chgData name="Jovan Rajapakse" userId="ce8c8c74-4201-4bc0-9115-11dba321333b" providerId="ADAL" clId="{782ECC5B-6956-52CE-A9C1-C133186D4D50}" dt="2026-09-16T14:01:47.356" v="1209" actId="1076"/>
          <ac:spMkLst>
            <pc:docMk/>
            <pc:sldMk cId="1552128982" sldId="293"/>
            <ac:spMk id="11" creationId="{5027A75F-8230-CA43-78F3-925B76753CC1}"/>
          </ac:spMkLst>
        </pc:spChg>
        <pc:spChg chg="mod">
          <ac:chgData name="Jovan Rajapakse" userId="ce8c8c74-4201-4bc0-9115-11dba321333b" providerId="ADAL" clId="{782ECC5B-6956-52CE-A9C1-C133186D4D50}" dt="2026-09-16T14:01:06.082" v="1200" actId="1037"/>
          <ac:spMkLst>
            <pc:docMk/>
            <pc:sldMk cId="1552128982" sldId="293"/>
            <ac:spMk id="13" creationId="{B5C5532B-CC32-3CCE-7A8E-A04DF9009D2B}"/>
          </ac:spMkLst>
        </pc:spChg>
        <pc:spChg chg="mod">
          <ac:chgData name="Jovan Rajapakse" userId="ce8c8c74-4201-4bc0-9115-11dba321333b" providerId="ADAL" clId="{782ECC5B-6956-52CE-A9C1-C133186D4D50}" dt="2026-09-16T13:39:00.683" v="1075" actId="1038"/>
          <ac:spMkLst>
            <pc:docMk/>
            <pc:sldMk cId="1552128982" sldId="293"/>
            <ac:spMk id="76" creationId="{96A9565B-4584-6EBB-2A61-EDE8084C9802}"/>
          </ac:spMkLst>
        </pc:spChg>
        <pc:spChg chg="mod">
          <ac:chgData name="Jovan Rajapakse" userId="ce8c8c74-4201-4bc0-9115-11dba321333b" providerId="ADAL" clId="{782ECC5B-6956-52CE-A9C1-C133186D4D50}" dt="2026-09-16T13:39:00.683" v="1075" actId="1038"/>
          <ac:spMkLst>
            <pc:docMk/>
            <pc:sldMk cId="1552128982" sldId="293"/>
            <ac:spMk id="77" creationId="{0A3E02B1-A1DF-2B13-F805-C71E0792DAE6}"/>
          </ac:spMkLst>
        </pc:spChg>
        <pc:spChg chg="mod">
          <ac:chgData name="Jovan Rajapakse" userId="ce8c8c74-4201-4bc0-9115-11dba321333b" providerId="ADAL" clId="{782ECC5B-6956-52CE-A9C1-C133186D4D50}" dt="2026-09-16T13:39:00.683" v="1075" actId="1038"/>
          <ac:spMkLst>
            <pc:docMk/>
            <pc:sldMk cId="1552128982" sldId="293"/>
            <ac:spMk id="78" creationId="{EE2B5656-EC31-0DAC-7C6E-FAA9B6A653FC}"/>
          </ac:spMkLst>
        </pc:spChg>
        <pc:spChg chg="mod">
          <ac:chgData name="Jovan Rajapakse" userId="ce8c8c74-4201-4bc0-9115-11dba321333b" providerId="ADAL" clId="{782ECC5B-6956-52CE-A9C1-C133186D4D50}" dt="2026-09-16T14:01:06.082" v="1200" actId="1037"/>
          <ac:spMkLst>
            <pc:docMk/>
            <pc:sldMk cId="1552128982" sldId="293"/>
            <ac:spMk id="79" creationId="{17FEC488-DEF8-5CEA-DA25-003EF180B8D9}"/>
          </ac:spMkLst>
        </pc:spChg>
        <pc:spChg chg="mod">
          <ac:chgData name="Jovan Rajapakse" userId="ce8c8c74-4201-4bc0-9115-11dba321333b" providerId="ADAL" clId="{782ECC5B-6956-52CE-A9C1-C133186D4D50}" dt="2026-09-16T14:01:28.635" v="1207" actId="14100"/>
          <ac:spMkLst>
            <pc:docMk/>
            <pc:sldMk cId="1552128982" sldId="293"/>
            <ac:spMk id="80" creationId="{A90F6B73-CC64-997D-BE7B-E8170FB11BC6}"/>
          </ac:spMkLst>
        </pc:spChg>
        <pc:spChg chg="mod">
          <ac:chgData name="Jovan Rajapakse" userId="ce8c8c74-4201-4bc0-9115-11dba321333b" providerId="ADAL" clId="{782ECC5B-6956-52CE-A9C1-C133186D4D50}" dt="2026-09-16T13:39:00.683" v="1075" actId="1038"/>
          <ac:spMkLst>
            <pc:docMk/>
            <pc:sldMk cId="1552128982" sldId="293"/>
            <ac:spMk id="81" creationId="{81512494-3E6A-1D65-FC18-1AC0E59A2A4E}"/>
          </ac:spMkLst>
        </pc:spChg>
        <pc:spChg chg="mod">
          <ac:chgData name="Jovan Rajapakse" userId="ce8c8c74-4201-4bc0-9115-11dba321333b" providerId="ADAL" clId="{782ECC5B-6956-52CE-A9C1-C133186D4D50}" dt="2026-09-16T14:00:36.090" v="1185" actId="1038"/>
          <ac:spMkLst>
            <pc:docMk/>
            <pc:sldMk cId="1552128982" sldId="293"/>
            <ac:spMk id="82" creationId="{3A4F1B64-3552-7B8D-BE1D-A4D1F919570A}"/>
          </ac:spMkLst>
        </pc:spChg>
        <pc:spChg chg="mod">
          <ac:chgData name="Jovan Rajapakse" userId="ce8c8c74-4201-4bc0-9115-11dba321333b" providerId="ADAL" clId="{782ECC5B-6956-52CE-A9C1-C133186D4D50}" dt="2026-09-16T13:58:44.168" v="1107" actId="1076"/>
          <ac:spMkLst>
            <pc:docMk/>
            <pc:sldMk cId="1552128982" sldId="293"/>
            <ac:spMk id="83" creationId="{67F2A076-DD6E-C1D0-E34C-3D2EEB5E473A}"/>
          </ac:spMkLst>
        </pc:spChg>
        <pc:spChg chg="mod">
          <ac:chgData name="Jovan Rajapakse" userId="ce8c8c74-4201-4bc0-9115-11dba321333b" providerId="ADAL" clId="{782ECC5B-6956-52CE-A9C1-C133186D4D50}" dt="2026-09-16T14:32:46.507" v="1238" actId="20577"/>
          <ac:spMkLst>
            <pc:docMk/>
            <pc:sldMk cId="1552128982" sldId="293"/>
            <ac:spMk id="84" creationId="{9C5F8879-2DC2-81B5-121B-5C02A0DA11B1}"/>
          </ac:spMkLst>
        </pc:spChg>
        <pc:spChg chg="mod">
          <ac:chgData name="Jovan Rajapakse" userId="ce8c8c74-4201-4bc0-9115-11dba321333b" providerId="ADAL" clId="{782ECC5B-6956-52CE-A9C1-C133186D4D50}" dt="2026-09-16T13:59:47.445" v="1159" actId="1038"/>
          <ac:spMkLst>
            <pc:docMk/>
            <pc:sldMk cId="1552128982" sldId="293"/>
            <ac:spMk id="85" creationId="{99F70EB2-5AC0-6D7B-F96F-189EA1F14B13}"/>
          </ac:spMkLst>
        </pc:spChg>
        <pc:spChg chg="mod">
          <ac:chgData name="Jovan Rajapakse" userId="ce8c8c74-4201-4bc0-9115-11dba321333b" providerId="ADAL" clId="{782ECC5B-6956-52CE-A9C1-C133186D4D50}" dt="2026-09-16T13:59:47.445" v="1159" actId="1038"/>
          <ac:spMkLst>
            <pc:docMk/>
            <pc:sldMk cId="1552128982" sldId="293"/>
            <ac:spMk id="86" creationId="{B3E68649-13D9-C03A-87A8-272F6D1AC918}"/>
          </ac:spMkLst>
        </pc:spChg>
        <pc:spChg chg="mod">
          <ac:chgData name="Jovan Rajapakse" userId="ce8c8c74-4201-4bc0-9115-11dba321333b" providerId="ADAL" clId="{782ECC5B-6956-52CE-A9C1-C133186D4D50}" dt="2026-09-16T13:59:47.445" v="1159" actId="1038"/>
          <ac:spMkLst>
            <pc:docMk/>
            <pc:sldMk cId="1552128982" sldId="293"/>
            <ac:spMk id="87" creationId="{60C20EAF-438C-083F-9636-6FC1A4F50ECF}"/>
          </ac:spMkLst>
        </pc:spChg>
        <pc:spChg chg="mod">
          <ac:chgData name="Jovan Rajapakse" userId="ce8c8c74-4201-4bc0-9115-11dba321333b" providerId="ADAL" clId="{782ECC5B-6956-52CE-A9C1-C133186D4D50}" dt="2026-09-16T14:32:58.016" v="1242" actId="20577"/>
          <ac:spMkLst>
            <pc:docMk/>
            <pc:sldMk cId="1552128982" sldId="293"/>
            <ac:spMk id="88" creationId="{78576147-B6EC-9C09-2E43-125C397DF9BC}"/>
          </ac:spMkLst>
        </pc:spChg>
        <pc:spChg chg="mod">
          <ac:chgData name="Jovan Rajapakse" userId="ce8c8c74-4201-4bc0-9115-11dba321333b" providerId="ADAL" clId="{782ECC5B-6956-52CE-A9C1-C133186D4D50}" dt="2026-09-14T23:15:53.597" v="879" actId="20577"/>
          <ac:spMkLst>
            <pc:docMk/>
            <pc:sldMk cId="1552128982" sldId="293"/>
            <ac:spMk id="97" creationId="{94211EE4-3691-7DAD-DEFA-D23CF3D461B5}"/>
          </ac:spMkLst>
        </pc:spChg>
        <pc:spChg chg="mod">
          <ac:chgData name="Jovan Rajapakse" userId="ce8c8c74-4201-4bc0-9115-11dba321333b" providerId="ADAL" clId="{782ECC5B-6956-52CE-A9C1-C133186D4D50}" dt="2026-09-14T23:15:50.326" v="875" actId="20577"/>
          <ac:spMkLst>
            <pc:docMk/>
            <pc:sldMk cId="1552128982" sldId="293"/>
            <ac:spMk id="106" creationId="{DFD9085B-6688-211C-0F41-4D33A1DF8E26}"/>
          </ac:spMkLst>
        </pc:spChg>
        <pc:spChg chg="mod">
          <ac:chgData name="Jovan Rajapakse" userId="ce8c8c74-4201-4bc0-9115-11dba321333b" providerId="ADAL" clId="{782ECC5B-6956-52CE-A9C1-C133186D4D50}" dt="2026-09-16T13:27:50.454" v="1051" actId="20577"/>
          <ac:spMkLst>
            <pc:docMk/>
            <pc:sldMk cId="1552128982" sldId="293"/>
            <ac:spMk id="112" creationId="{2CFE6612-E63F-77E4-B8B9-2714A6BAAF93}"/>
          </ac:spMkLst>
        </pc:spChg>
        <pc:spChg chg="mod">
          <ac:chgData name="Jovan Rajapakse" userId="ce8c8c74-4201-4bc0-9115-11dba321333b" providerId="ADAL" clId="{782ECC5B-6956-52CE-A9C1-C133186D4D50}" dt="2026-09-16T14:33:58.882" v="1259" actId="20577"/>
          <ac:spMkLst>
            <pc:docMk/>
            <pc:sldMk cId="1552128982" sldId="293"/>
            <ac:spMk id="113" creationId="{046E4973-C037-9FC1-5A99-65D886548358}"/>
          </ac:spMkLst>
        </pc:spChg>
        <pc:spChg chg="mod">
          <ac:chgData name="Jovan Rajapakse" userId="ce8c8c74-4201-4bc0-9115-11dba321333b" providerId="ADAL" clId="{782ECC5B-6956-52CE-A9C1-C133186D4D50}" dt="2026-09-14T23:19:35.787" v="1000" actId="20577"/>
          <ac:spMkLst>
            <pc:docMk/>
            <pc:sldMk cId="1552128982" sldId="293"/>
            <ac:spMk id="158" creationId="{0A1C45BA-7276-EF89-007C-BE337C75D404}"/>
          </ac:spMkLst>
        </pc:spChg>
        <pc:spChg chg="mod">
          <ac:chgData name="Jovan Rajapakse" userId="ce8c8c74-4201-4bc0-9115-11dba321333b" providerId="ADAL" clId="{782ECC5B-6956-52CE-A9C1-C133186D4D50}" dt="2026-09-16T13:39:00.683" v="1075" actId="1038"/>
          <ac:spMkLst>
            <pc:docMk/>
            <pc:sldMk cId="1552128982" sldId="293"/>
            <ac:spMk id="173" creationId="{22E34E67-D23D-9796-E5AB-BEFF8BCC18FD}"/>
          </ac:spMkLst>
        </pc:spChg>
        <pc:spChg chg="mod">
          <ac:chgData name="Jovan Rajapakse" userId="ce8c8c74-4201-4bc0-9115-11dba321333b" providerId="ADAL" clId="{782ECC5B-6956-52CE-A9C1-C133186D4D50}" dt="2026-09-16T13:58:44.168" v="1107" actId="1076"/>
          <ac:spMkLst>
            <pc:docMk/>
            <pc:sldMk cId="1552128982" sldId="293"/>
            <ac:spMk id="174" creationId="{DF5643DA-DCEB-0D92-4B1E-BB37E11ECC80}"/>
          </ac:spMkLst>
        </pc:spChg>
        <pc:spChg chg="mod">
          <ac:chgData name="Jovan Rajapakse" userId="ce8c8c74-4201-4bc0-9115-11dba321333b" providerId="ADAL" clId="{782ECC5B-6956-52CE-A9C1-C133186D4D50}" dt="2026-09-16T14:01:16.927" v="1206" actId="1037"/>
          <ac:spMkLst>
            <pc:docMk/>
            <pc:sldMk cId="1552128982" sldId="293"/>
            <ac:spMk id="180" creationId="{08DF574E-9988-99A0-01E8-3E2D4E227693}"/>
          </ac:spMkLst>
        </pc:spChg>
        <pc:spChg chg="mod">
          <ac:chgData name="Jovan Rajapakse" userId="ce8c8c74-4201-4bc0-9115-11dba321333b" providerId="ADAL" clId="{782ECC5B-6956-52CE-A9C1-C133186D4D50}" dt="2026-09-16T14:01:16.927" v="1206" actId="1037"/>
          <ac:spMkLst>
            <pc:docMk/>
            <pc:sldMk cId="1552128982" sldId="293"/>
            <ac:spMk id="181" creationId="{82127810-D665-97EF-CB40-273427580885}"/>
          </ac:spMkLst>
        </pc:spChg>
        <pc:spChg chg="mod">
          <ac:chgData name="Jovan Rajapakse" userId="ce8c8c74-4201-4bc0-9115-11dba321333b" providerId="ADAL" clId="{782ECC5B-6956-52CE-A9C1-C133186D4D50}" dt="2026-09-16T14:01:16.927" v="1206" actId="1037"/>
          <ac:spMkLst>
            <pc:docMk/>
            <pc:sldMk cId="1552128982" sldId="293"/>
            <ac:spMk id="183" creationId="{B8296096-E305-8828-AD5E-2ED916FB9501}"/>
          </ac:spMkLst>
        </pc:spChg>
        <pc:cxnChg chg="add mod">
          <ac:chgData name="Jovan Rajapakse" userId="ce8c8c74-4201-4bc0-9115-11dba321333b" providerId="ADAL" clId="{782ECC5B-6956-52CE-A9C1-C133186D4D50}" dt="2026-09-16T14:01:47.356" v="1209" actId="1076"/>
          <ac:cxnSpMkLst>
            <pc:docMk/>
            <pc:sldMk cId="1552128982" sldId="293"/>
            <ac:cxnSpMk id="10" creationId="{1533A6B8-15EA-9841-C07D-5A1E1BE7A279}"/>
          </ac:cxnSpMkLst>
        </pc:cxnChg>
        <pc:cxnChg chg="mod">
          <ac:chgData name="Jovan Rajapakse" userId="ce8c8c74-4201-4bc0-9115-11dba321333b" providerId="ADAL" clId="{782ECC5B-6956-52CE-A9C1-C133186D4D50}" dt="2026-09-16T13:59:00.868" v="1121" actId="1038"/>
          <ac:cxnSpMkLst>
            <pc:docMk/>
            <pc:sldMk cId="1552128982" sldId="293"/>
            <ac:cxnSpMk id="15" creationId="{537507D7-7074-44D8-D7F8-F92DC080CCA6}"/>
          </ac:cxnSpMkLst>
        </pc:cxnChg>
        <pc:cxnChg chg="mod">
          <ac:chgData name="Jovan Rajapakse" userId="ce8c8c74-4201-4bc0-9115-11dba321333b" providerId="ADAL" clId="{782ECC5B-6956-52CE-A9C1-C133186D4D50}" dt="2026-09-16T13:59:54.076" v="1160" actId="14100"/>
          <ac:cxnSpMkLst>
            <pc:docMk/>
            <pc:sldMk cId="1552128982" sldId="293"/>
            <ac:cxnSpMk id="131" creationId="{324FBE8C-B0FF-BCB8-C634-2935CB634358}"/>
          </ac:cxnSpMkLst>
        </pc:cxnChg>
        <pc:cxnChg chg="mod">
          <ac:chgData name="Jovan Rajapakse" userId="ce8c8c74-4201-4bc0-9115-11dba321333b" providerId="ADAL" clId="{782ECC5B-6956-52CE-A9C1-C133186D4D50}" dt="2026-09-16T14:01:06.082" v="1200" actId="1037"/>
          <ac:cxnSpMkLst>
            <pc:docMk/>
            <pc:sldMk cId="1552128982" sldId="293"/>
            <ac:cxnSpMk id="133" creationId="{6E28047B-FD6B-26EA-486E-0873025DBA7A}"/>
          </ac:cxnSpMkLst>
        </pc:cxnChg>
        <pc:cxnChg chg="mod">
          <ac:chgData name="Jovan Rajapakse" userId="ce8c8c74-4201-4bc0-9115-11dba321333b" providerId="ADAL" clId="{782ECC5B-6956-52CE-A9C1-C133186D4D50}" dt="2026-09-16T14:00:45.046" v="1189" actId="1036"/>
          <ac:cxnSpMkLst>
            <pc:docMk/>
            <pc:sldMk cId="1552128982" sldId="293"/>
            <ac:cxnSpMk id="134" creationId="{FF1B09FA-2469-BE3E-3105-0266F72312CF}"/>
          </ac:cxnSpMkLst>
        </pc:cxnChg>
        <pc:cxnChg chg="mod">
          <ac:chgData name="Jovan Rajapakse" userId="ce8c8c74-4201-4bc0-9115-11dba321333b" providerId="ADAL" clId="{782ECC5B-6956-52CE-A9C1-C133186D4D50}" dt="2026-09-16T13:59:47.445" v="1159" actId="1038"/>
          <ac:cxnSpMkLst>
            <pc:docMk/>
            <pc:sldMk cId="1552128982" sldId="293"/>
            <ac:cxnSpMk id="136" creationId="{3F70E1A1-363B-B48B-AEB3-B7E55058BA48}"/>
          </ac:cxnSpMkLst>
        </pc:cxnChg>
        <pc:cxnChg chg="mod">
          <ac:chgData name="Jovan Rajapakse" userId="ce8c8c74-4201-4bc0-9115-11dba321333b" providerId="ADAL" clId="{782ECC5B-6956-52CE-A9C1-C133186D4D50}" dt="2026-09-16T13:59:47.445" v="1159" actId="1038"/>
          <ac:cxnSpMkLst>
            <pc:docMk/>
            <pc:sldMk cId="1552128982" sldId="293"/>
            <ac:cxnSpMk id="137" creationId="{3910E82A-2880-BAB4-F6F0-9CB24F4AFB66}"/>
          </ac:cxnSpMkLst>
        </pc:cxnChg>
        <pc:cxnChg chg="mod">
          <ac:chgData name="Jovan Rajapakse" userId="ce8c8c74-4201-4bc0-9115-11dba321333b" providerId="ADAL" clId="{782ECC5B-6956-52CE-A9C1-C133186D4D50}" dt="2026-09-16T14:01:16.927" v="1206" actId="1037"/>
          <ac:cxnSpMkLst>
            <pc:docMk/>
            <pc:sldMk cId="1552128982" sldId="293"/>
            <ac:cxnSpMk id="182" creationId="{A16C0CC1-6FBA-0C82-013C-B03BA941E6F1}"/>
          </ac:cxnSpMkLst>
        </pc:cxnChg>
      </pc:sldChg>
      <pc:sldChg chg="addSp modSp mod">
        <pc:chgData name="Jovan Rajapakse" userId="ce8c8c74-4201-4bc0-9115-11dba321333b" providerId="ADAL" clId="{782ECC5B-6956-52CE-A9C1-C133186D4D50}" dt="2026-09-16T14:45:23.378" v="1490" actId="20577"/>
        <pc:sldMkLst>
          <pc:docMk/>
          <pc:sldMk cId="4074060571" sldId="296"/>
        </pc:sldMkLst>
        <pc:spChg chg="add mod">
          <ac:chgData name="Jovan Rajapakse" userId="ce8c8c74-4201-4bc0-9115-11dba321333b" providerId="ADAL" clId="{782ECC5B-6956-52CE-A9C1-C133186D4D50}" dt="2026-09-16T14:34:21.089" v="1285" actId="1037"/>
          <ac:spMkLst>
            <pc:docMk/>
            <pc:sldMk cId="4074060571" sldId="296"/>
            <ac:spMk id="2" creationId="{64FAD40C-991E-DF88-371B-71A8CB3B5A29}"/>
          </ac:spMkLst>
        </pc:spChg>
        <pc:spChg chg="add mod">
          <ac:chgData name="Jovan Rajapakse" userId="ce8c8c74-4201-4bc0-9115-11dba321333b" providerId="ADAL" clId="{782ECC5B-6956-52CE-A9C1-C133186D4D50}" dt="2026-09-16T14:45:23.378" v="1490" actId="20577"/>
          <ac:spMkLst>
            <pc:docMk/>
            <pc:sldMk cId="4074060571" sldId="296"/>
            <ac:spMk id="3" creationId="{BBEE1A5D-9ECF-ACB2-ABD6-193007263D7C}"/>
          </ac:spMkLst>
        </pc:spChg>
        <pc:spChg chg="add mod">
          <ac:chgData name="Jovan Rajapakse" userId="ce8c8c74-4201-4bc0-9115-11dba321333b" providerId="ADAL" clId="{782ECC5B-6956-52CE-A9C1-C133186D4D50}" dt="2026-09-16T14:34:12.952" v="1261" actId="1076"/>
          <ac:spMkLst>
            <pc:docMk/>
            <pc:sldMk cId="4074060571" sldId="296"/>
            <ac:spMk id="6" creationId="{33A0BDDC-082E-6454-C578-A6B911E2F6E0}"/>
          </ac:spMkLst>
        </pc:spChg>
        <pc:spChg chg="mod">
          <ac:chgData name="Jovan Rajapakse" userId="ce8c8c74-4201-4bc0-9115-11dba321333b" providerId="ADAL" clId="{782ECC5B-6956-52CE-A9C1-C133186D4D50}" dt="2026-09-16T14:34:21.089" v="1285" actId="1037"/>
          <ac:spMkLst>
            <pc:docMk/>
            <pc:sldMk cId="4074060571" sldId="296"/>
            <ac:spMk id="13" creationId="{8A9B3010-3C03-0B64-A414-F55C25C089F1}"/>
          </ac:spMkLst>
        </pc:spChg>
        <pc:spChg chg="mod">
          <ac:chgData name="Jovan Rajapakse" userId="ce8c8c74-4201-4bc0-9115-11dba321333b" providerId="ADAL" clId="{782ECC5B-6956-52CE-A9C1-C133186D4D50}" dt="2026-09-14T23:16:03.085" v="883" actId="20577"/>
          <ac:spMkLst>
            <pc:docMk/>
            <pc:sldMk cId="4074060571" sldId="296"/>
            <ac:spMk id="80" creationId="{304EB2C2-DEEC-776E-8666-9EFA6C306F20}"/>
          </ac:spMkLst>
        </pc:spChg>
        <pc:spChg chg="mod">
          <ac:chgData name="Jovan Rajapakse" userId="ce8c8c74-4201-4bc0-9115-11dba321333b" providerId="ADAL" clId="{782ECC5B-6956-52CE-A9C1-C133186D4D50}" dt="2026-09-16T14:34:21.089" v="1285" actId="1037"/>
          <ac:spMkLst>
            <pc:docMk/>
            <pc:sldMk cId="4074060571" sldId="296"/>
            <ac:spMk id="81" creationId="{D2FBE3EB-5C45-D189-BA29-71B62660DABD}"/>
          </ac:spMkLst>
        </pc:spChg>
        <pc:spChg chg="mod">
          <ac:chgData name="Jovan Rajapakse" userId="ce8c8c74-4201-4bc0-9115-11dba321333b" providerId="ADAL" clId="{782ECC5B-6956-52CE-A9C1-C133186D4D50}" dt="2026-09-16T14:34:21.089" v="1285" actId="1037"/>
          <ac:spMkLst>
            <pc:docMk/>
            <pc:sldMk cId="4074060571" sldId="296"/>
            <ac:spMk id="82" creationId="{49D717B1-82AA-1577-269D-0620D4C3B0DD}"/>
          </ac:spMkLst>
        </pc:spChg>
        <pc:spChg chg="mod">
          <ac:chgData name="Jovan Rajapakse" userId="ce8c8c74-4201-4bc0-9115-11dba321333b" providerId="ADAL" clId="{782ECC5B-6956-52CE-A9C1-C133186D4D50}" dt="2026-09-16T14:34:21.089" v="1285" actId="1037"/>
          <ac:spMkLst>
            <pc:docMk/>
            <pc:sldMk cId="4074060571" sldId="296"/>
            <ac:spMk id="83" creationId="{C6AAFBAF-548F-EE80-3A70-0AE4B97EE85D}"/>
          </ac:spMkLst>
        </pc:spChg>
        <pc:spChg chg="mod">
          <ac:chgData name="Jovan Rajapakse" userId="ce8c8c74-4201-4bc0-9115-11dba321333b" providerId="ADAL" clId="{782ECC5B-6956-52CE-A9C1-C133186D4D50}" dt="2026-09-16T14:34:21.089" v="1285" actId="1037"/>
          <ac:spMkLst>
            <pc:docMk/>
            <pc:sldMk cId="4074060571" sldId="296"/>
            <ac:spMk id="86" creationId="{16A34C94-E37E-5E54-9A58-48B99E60EFBC}"/>
          </ac:spMkLst>
        </pc:spChg>
        <pc:spChg chg="mod">
          <ac:chgData name="Jovan Rajapakse" userId="ce8c8c74-4201-4bc0-9115-11dba321333b" providerId="ADAL" clId="{782ECC5B-6956-52CE-A9C1-C133186D4D50}" dt="2026-09-16T14:34:21.089" v="1285" actId="1037"/>
          <ac:spMkLst>
            <pc:docMk/>
            <pc:sldMk cId="4074060571" sldId="296"/>
            <ac:spMk id="173" creationId="{0BCC4830-A33E-81B0-8BD2-855CF4082261}"/>
          </ac:spMkLst>
        </pc:spChg>
        <pc:spChg chg="mod">
          <ac:chgData name="Jovan Rajapakse" userId="ce8c8c74-4201-4bc0-9115-11dba321333b" providerId="ADAL" clId="{782ECC5B-6956-52CE-A9C1-C133186D4D50}" dt="2026-09-16T14:34:21.089" v="1285" actId="1037"/>
          <ac:spMkLst>
            <pc:docMk/>
            <pc:sldMk cId="4074060571" sldId="296"/>
            <ac:spMk id="174" creationId="{0ACAF34D-B5A5-AEF3-C2D0-2D022AEC0F26}"/>
          </ac:spMkLst>
        </pc:spChg>
        <pc:spChg chg="mod">
          <ac:chgData name="Jovan Rajapakse" userId="ce8c8c74-4201-4bc0-9115-11dba321333b" providerId="ADAL" clId="{782ECC5B-6956-52CE-A9C1-C133186D4D50}" dt="2026-09-16T14:34:21.089" v="1285" actId="1037"/>
          <ac:spMkLst>
            <pc:docMk/>
            <pc:sldMk cId="4074060571" sldId="296"/>
            <ac:spMk id="180" creationId="{128F1502-7199-F8DD-96B9-561579102263}"/>
          </ac:spMkLst>
        </pc:spChg>
        <pc:spChg chg="mod">
          <ac:chgData name="Jovan Rajapakse" userId="ce8c8c74-4201-4bc0-9115-11dba321333b" providerId="ADAL" clId="{782ECC5B-6956-52CE-A9C1-C133186D4D50}" dt="2026-09-14T23:16:05.320" v="887" actId="20577"/>
          <ac:spMkLst>
            <pc:docMk/>
            <pc:sldMk cId="4074060571" sldId="296"/>
            <ac:spMk id="181" creationId="{159C8F29-866C-2AC1-49A8-2107E99F5340}"/>
          </ac:spMkLst>
        </pc:spChg>
        <pc:spChg chg="mod">
          <ac:chgData name="Jovan Rajapakse" userId="ce8c8c74-4201-4bc0-9115-11dba321333b" providerId="ADAL" clId="{782ECC5B-6956-52CE-A9C1-C133186D4D50}" dt="2026-09-16T14:34:21.089" v="1285" actId="1037"/>
          <ac:spMkLst>
            <pc:docMk/>
            <pc:sldMk cId="4074060571" sldId="296"/>
            <ac:spMk id="183" creationId="{07D42BFF-EC6C-03C4-6FE8-91DAE9DAB62D}"/>
          </ac:spMkLst>
        </pc:spChg>
        <pc:cxnChg chg="add mod">
          <ac:chgData name="Jovan Rajapakse" userId="ce8c8c74-4201-4bc0-9115-11dba321333b" providerId="ADAL" clId="{782ECC5B-6956-52CE-A9C1-C133186D4D50}" dt="2026-09-16T14:34:12.952" v="1261" actId="1076"/>
          <ac:cxnSpMkLst>
            <pc:docMk/>
            <pc:sldMk cId="4074060571" sldId="296"/>
            <ac:cxnSpMk id="5" creationId="{B805C519-1B80-5377-FAF5-AC845BC1711A}"/>
          </ac:cxnSpMkLst>
        </pc:cxnChg>
        <pc:cxnChg chg="mod">
          <ac:chgData name="Jovan Rajapakse" userId="ce8c8c74-4201-4bc0-9115-11dba321333b" providerId="ADAL" clId="{782ECC5B-6956-52CE-A9C1-C133186D4D50}" dt="2026-09-16T14:34:37.286" v="1289" actId="14100"/>
          <ac:cxnSpMkLst>
            <pc:docMk/>
            <pc:sldMk cId="4074060571" sldId="296"/>
            <ac:cxnSpMk id="131" creationId="{3D8F24F3-B270-B9E4-3B2D-B96457714AFA}"/>
          </ac:cxnSpMkLst>
        </pc:cxnChg>
        <pc:cxnChg chg="mod">
          <ac:chgData name="Jovan Rajapakse" userId="ce8c8c74-4201-4bc0-9115-11dba321333b" providerId="ADAL" clId="{782ECC5B-6956-52CE-A9C1-C133186D4D50}" dt="2026-09-16T14:34:29.163" v="1287" actId="14100"/>
          <ac:cxnSpMkLst>
            <pc:docMk/>
            <pc:sldMk cId="4074060571" sldId="296"/>
            <ac:cxnSpMk id="134" creationId="{9DF5897D-6E8B-1670-C05F-5AE6E625C720}"/>
          </ac:cxnSpMkLst>
        </pc:cxnChg>
      </pc:sldChg>
    </pc:docChg>
  </pc:docChgLst>
  <pc:docChgLst>
    <pc:chgData name="Amy Heater" userId="be172ed4-24d1-4c9c-8c95-6962d0961b1e" providerId="ADAL" clId="{F786B7A1-CDE3-4196-AF4E-2DB3B3DBDF1F}"/>
    <pc:docChg chg="modSld">
      <pc:chgData name="Amy Heater" userId="be172ed4-24d1-4c9c-8c95-6962d0961b1e" providerId="ADAL" clId="{F786B7A1-CDE3-4196-AF4E-2DB3B3DBDF1F}" dt="2026-09-16T18:26:00.670" v="17" actId="20577"/>
      <pc:docMkLst>
        <pc:docMk/>
      </pc:docMkLst>
      <pc:sldChg chg="modSp mod">
        <pc:chgData name="Amy Heater" userId="be172ed4-24d1-4c9c-8c95-6962d0961b1e" providerId="ADAL" clId="{F786B7A1-CDE3-4196-AF4E-2DB3B3DBDF1F}" dt="2026-09-16T18:26:00.670" v="17" actId="20577"/>
        <pc:sldMkLst>
          <pc:docMk/>
          <pc:sldMk cId="1552128982" sldId="293"/>
        </pc:sldMkLst>
        <pc:spChg chg="mod">
          <ac:chgData name="Amy Heater" userId="be172ed4-24d1-4c9c-8c95-6962d0961b1e" providerId="ADAL" clId="{F786B7A1-CDE3-4196-AF4E-2DB3B3DBDF1F}" dt="2026-09-16T18:26:00.670" v="17" actId="20577"/>
          <ac:spMkLst>
            <pc:docMk/>
            <pc:sldMk cId="1552128982" sldId="293"/>
            <ac:spMk id="80" creationId="{A90F6B73-CC64-997D-BE7B-E8170FB11BC6}"/>
          </ac:spMkLst>
        </pc:spChg>
      </pc:sldChg>
    </pc:docChg>
  </pc:docChgLst>
  <pc:docChgLst>
    <pc:chgData name="Chetan Gupta" userId="S::chetan.gupta@rackspace.com::b88cacc1-a5c7-45fd-8b7e-d6aa6996e5ff" providerId="AD" clId="Web-{B178F489-CE31-6192-A7A0-8D8F52B788BE}"/>
    <pc:docChg chg="addSld delSld modSld">
      <pc:chgData name="Chetan Gupta" userId="S::chetan.gupta@rackspace.com::b88cacc1-a5c7-45fd-8b7e-d6aa6996e5ff" providerId="AD" clId="Web-{B178F489-CE31-6192-A7A0-8D8F52B788BE}" dt="2026-09-11T17:31:17.876" v="111"/>
      <pc:docMkLst>
        <pc:docMk/>
      </pc:docMkLst>
      <pc:sldChg chg="addSp delSp modSp">
        <pc:chgData name="Chetan Gupta" userId="S::chetan.gupta@rackspace.com::b88cacc1-a5c7-45fd-8b7e-d6aa6996e5ff" providerId="AD" clId="Web-{B178F489-CE31-6192-A7A0-8D8F52B788BE}" dt="2026-09-11T17:31:17.876" v="111"/>
        <pc:sldMkLst>
          <pc:docMk/>
          <pc:sldMk cId="357756158" sldId="284"/>
        </pc:sldMkLst>
        <pc:spChg chg="mod">
          <ac:chgData name="Chetan Gupta" userId="S::chetan.gupta@rackspace.com::b88cacc1-a5c7-45fd-8b7e-d6aa6996e5ff" providerId="AD" clId="Web-{B178F489-CE31-6192-A7A0-8D8F52B788BE}" dt="2026-09-11T17:25:10.379" v="73" actId="14100"/>
          <ac:spMkLst>
            <pc:docMk/>
            <pc:sldMk cId="357756158" sldId="284"/>
            <ac:spMk id="76" creationId="{3B24224B-856A-4746-BD84-0FC824B286A1}"/>
          </ac:spMkLst>
        </pc:spChg>
        <pc:spChg chg="mod">
          <ac:chgData name="Chetan Gupta" userId="S::chetan.gupta@rackspace.com::b88cacc1-a5c7-45fd-8b7e-d6aa6996e5ff" providerId="AD" clId="Web-{B178F489-CE31-6192-A7A0-8D8F52B788BE}" dt="2026-09-11T17:24:54.378" v="71" actId="1076"/>
          <ac:spMkLst>
            <pc:docMk/>
            <pc:sldMk cId="357756158" sldId="284"/>
            <ac:spMk id="77" creationId="{7CDF6B4F-BBD3-164B-85D6-03C65533BE1A}"/>
          </ac:spMkLst>
        </pc:spChg>
        <pc:spChg chg="mod">
          <ac:chgData name="Chetan Gupta" userId="S::chetan.gupta@rackspace.com::b88cacc1-a5c7-45fd-8b7e-d6aa6996e5ff" providerId="AD" clId="Web-{B178F489-CE31-6192-A7A0-8D8F52B788BE}" dt="2026-09-11T17:22:26.342" v="47" actId="1076"/>
          <ac:spMkLst>
            <pc:docMk/>
            <pc:sldMk cId="357756158" sldId="284"/>
            <ac:spMk id="85" creationId="{DE845AC7-C8E2-9849-A071-A0611A861802}"/>
          </ac:spMkLst>
        </pc:spChg>
        <pc:cxnChg chg="mod">
          <ac:chgData name="Chetan Gupta" userId="S::chetan.gupta@rackspace.com::b88cacc1-a5c7-45fd-8b7e-d6aa6996e5ff" providerId="AD" clId="Web-{B178F489-CE31-6192-A7A0-8D8F52B788BE}" dt="2026-09-11T17:22:21.998" v="43" actId="1076"/>
          <ac:cxnSpMkLst>
            <pc:docMk/>
            <pc:sldMk cId="357756158" sldId="284"/>
            <ac:cxnSpMk id="131" creationId="{F5E8BD6F-008C-394B-9D5C-628CD64E607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766DD-CC23-F341-B01C-82937B8C529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1CF91-AB53-4741-9E90-79A060EF0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7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98800-768E-682B-0327-16F5AAAD0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1D726-A263-3883-5B59-62AC4D39B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3C6C4-E107-0C49-BBDE-C14B9914F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20831-8A80-B85D-FB37-AB7B6D677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1353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BF621-1C92-12A8-250F-D3B72FA39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9D3DF-F3DB-FE7F-5F5C-5F3D4B667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7C971-375D-03A1-5896-84025BEBB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50C11-9D1B-6604-62A8-542EC418D2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338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67944-25AC-CD1D-E23D-C5602A91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2B1AE-69BE-74E2-9FA1-AB21E24C7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CD4F2-AA08-AC6C-9FB4-D7B92D339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B7F72-F55F-3A4F-180F-E633E05331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22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91152-91E3-A730-6CF8-45952BACD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C8E0D-B1EE-D776-77FF-314230096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FD2E6-8B7D-C57A-7A19-FA81D1769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4BC4F-82CB-56E2-7FFD-A7D0FD4ED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265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21D99-10A4-2702-2321-E7AE83A4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A0708-44ED-E7E6-5C5F-FDF6A47C7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3CE5A-FC8C-8231-FE85-30FE232D2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55B5E-A16D-434C-8C2E-D88B8BB3EE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112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437FB-A743-634E-6DF0-CB82E2622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CDF529-E561-F7FD-8E70-51D29E2B7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8C7E6-8AFD-C12E-7301-7460EB99D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B47A3-D681-C226-70C2-53193D7E6F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891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DB5BB-F293-793C-66F7-F5EEA74F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6B8AF-CE37-2CA9-B258-5BDFAC7BE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B3F23-369D-B0FB-F704-3DA7BD9FB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7DFE6-107E-7775-300E-FF0F3D7D1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34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92EAA-335E-98C9-CCDE-523874D48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F0C7E-0221-08CB-CA58-C203392D8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13F41-B94F-2B85-A023-6488E2374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97FB1-8C3A-8C48-6B50-AE63F9A67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8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58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ingle Column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064204-D3C0-994D-BBAC-5C11DF588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96" y="268589"/>
            <a:ext cx="11495554" cy="437171"/>
          </a:xfrm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11B4943-9DA0-F14A-892A-9BC4A5B1D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1898" y="6560998"/>
            <a:ext cx="4073182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91D94F9-4B13-7A48-9521-67EFFE4F9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102" y="6595556"/>
            <a:ext cx="617402" cy="10772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762E77F0-FB5B-4E8E-9BC9-34F14560A01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0D83E88-A286-BF1F-719B-20F1C44734C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189" y="6442572"/>
            <a:ext cx="858753" cy="26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8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28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B2354"/>
          </a:solidFill>
          <a:ln w="12700">
            <a:solidFill>
              <a:srgbClr val="1B23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200" normalizeH="0" baseline="0" noProof="0">
                <a:ln>
                  <a:noFill/>
                </a:ln>
                <a:solidFill>
                  <a:srgbClr val="6F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RACKSPACE AI CLOUD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 Design for landing and growing Enterprise AI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AFC9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Operating Model — Core Pillars, Extended Functions, and Sub-Organization Structures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FB7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Leadership Review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C86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Strategy Draft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15CF8B-84D8-7464-BA25-67F51DB7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B91D50-65E4-9149-46A5-FFA8087D8399}"/>
              </a:ext>
            </a:extLst>
          </p:cNvPr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B2354"/>
          </a:solidFill>
          <a:ln w="12700">
            <a:solidFill>
              <a:srgbClr val="1B23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67EE10-A472-5BCF-6C5C-A951AA284161}"/>
              </a:ext>
            </a:extLst>
          </p:cNvPr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200" normalizeH="0" baseline="0" noProof="0">
                <a:ln>
                  <a:noFill/>
                </a:ln>
                <a:solidFill>
                  <a:srgbClr val="6F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RACKSPACE AI CLOUD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CA687A-544C-7F9B-8A34-A3F364C37311}"/>
              </a:ext>
            </a:extLst>
          </p:cNvPr>
          <p:cNvSpPr/>
          <p:nvPr/>
        </p:nvSpPr>
        <p:spPr>
          <a:xfrm>
            <a:off x="822960" y="23774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RackAI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CEA328E-C114-170D-70CF-76B48B7F9D96}"/>
              </a:ext>
            </a:extLst>
          </p:cNvPr>
          <p:cNvSpPr/>
          <p:nvPr/>
        </p:nvSpPr>
        <p:spPr>
          <a:xfrm>
            <a:off x="82296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FB7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Leadership Review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1D8465-A83A-F323-62BD-C301A5BDFBAA}"/>
              </a:ext>
            </a:extLst>
          </p:cNvPr>
          <p:cNvSpPr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C86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Strategy Draft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144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63B"/>
                </a:solidFill>
              </a:rPr>
              <a:t>RackAI — Four Functions and Their Scope</a:t>
            </a:r>
            <a:endParaRPr lang="en-US" sz="2600"/>
          </a:p>
        </p:txBody>
      </p:sp>
      <p:sp>
        <p:nvSpPr>
          <p:cNvPr id="3" name="Text 1"/>
          <p:cNvSpPr txBox="1"/>
          <p:nvPr/>
        </p:nvSpPr>
        <p:spPr>
          <a:xfrm>
            <a:off x="411480" y="84124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D"/>
                </a:solidFill>
              </a:rPr>
              <a:t>Product · Engineering · Research · AI Strategy &amp; Capability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70734" cy="822960"/>
          </a:xfrm>
          <a:prstGeom prst="roundRect">
            <a:avLst>
              <a:gd name="adj" fmla="val 6667"/>
            </a:avLst>
          </a:prstGeom>
          <a:solidFill>
            <a:srgbClr val="1F5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472184"/>
            <a:ext cx="257929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Product</a:t>
            </a:r>
            <a:endParaRPr lang="en-US" sz="1500"/>
          </a:p>
        </p:txBody>
      </p:sp>
      <p:sp>
        <p:nvSpPr>
          <p:cNvPr id="6" name="Text 4"/>
          <p:cNvSpPr txBox="1"/>
          <p:nvPr/>
        </p:nvSpPr>
        <p:spPr>
          <a:xfrm>
            <a:off x="484632" y="1874520"/>
            <a:ext cx="25244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Owns what we build and why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11480" y="2331720"/>
            <a:ext cx="2670734" cy="4160520"/>
          </a:xfrm>
          <a:prstGeom prst="roundRect">
            <a:avLst>
              <a:gd name="adj" fmla="val 1370"/>
            </a:avLst>
          </a:prstGeom>
          <a:solidFill>
            <a:srgbClr val="EEF3FB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76072" y="2496312"/>
            <a:ext cx="2341550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Own the RackAI offering and roadmap — inference up to the governed layer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Define what we build and why; write the requirements engineering executes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Own the product surface — API, SDK, console, onboarding (P2)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Set priorities and sequencing; own the P1–P9 backlog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Manage partner and stack fit — RackAI, Uniphore, Palantir; the offering boundary</a:t>
            </a:r>
            <a:endParaRPr lang="en-US" sz="1020"/>
          </a:p>
        </p:txBody>
      </p:sp>
      <p:sp>
        <p:nvSpPr>
          <p:cNvPr id="9" name="Shape 7"/>
          <p:cNvSpPr/>
          <p:nvPr/>
        </p:nvSpPr>
        <p:spPr>
          <a:xfrm>
            <a:off x="3310814" y="1417320"/>
            <a:ext cx="2670734" cy="822960"/>
          </a:xfrm>
          <a:prstGeom prst="roundRect">
            <a:avLst>
              <a:gd name="adj" fmla="val 6667"/>
            </a:avLst>
          </a:prstGeom>
          <a:solidFill>
            <a:srgbClr val="2F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6534" y="1472184"/>
            <a:ext cx="257929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3383966" y="1874520"/>
            <a:ext cx="25244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Builds the stack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310814" y="2331720"/>
            <a:ext cx="2670734" cy="4160520"/>
          </a:xfrm>
          <a:prstGeom prst="roundRect">
            <a:avLst>
              <a:gd name="adj" fmla="val 1370"/>
            </a:avLst>
          </a:prstGeom>
          <a:solidFill>
            <a:srgbClr val="EDF5EF"/>
          </a:solidFill>
          <a:ln w="12700">
            <a:solidFill>
              <a:srgbClr val="2F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475406" y="2496312"/>
            <a:ext cx="2341550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Build and operate the governed harness — serving, runtime, routing (Prog 1)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Build the governance and assurance planes — policy, provenance, security (Prog 2)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Build productization &amp; operations — eval-CI, release, ops, certification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Deliver the empirical map (1.5) and cost / tokenomics instrumentation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Integrate the stack into one operated system + the enterprise control plane</a:t>
            </a:r>
            <a:endParaRPr lang="en-US" sz="1020"/>
          </a:p>
        </p:txBody>
      </p:sp>
      <p:sp>
        <p:nvSpPr>
          <p:cNvPr id="14" name="Shape 12"/>
          <p:cNvSpPr/>
          <p:nvPr/>
        </p:nvSpPr>
        <p:spPr>
          <a:xfrm>
            <a:off x="6210148" y="1417320"/>
            <a:ext cx="2670734" cy="822960"/>
          </a:xfrm>
          <a:prstGeom prst="roundRect">
            <a:avLst>
              <a:gd name="adj" fmla="val 6667"/>
            </a:avLst>
          </a:prstGeom>
          <a:solidFill>
            <a:srgbClr val="8A5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255868" y="1472184"/>
            <a:ext cx="257929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Research</a:t>
            </a:r>
            <a:endParaRPr lang="en-US" sz="1500"/>
          </a:p>
        </p:txBody>
      </p:sp>
      <p:sp>
        <p:nvSpPr>
          <p:cNvPr id="16" name="Text 14"/>
          <p:cNvSpPr txBox="1"/>
          <p:nvPr/>
        </p:nvSpPr>
        <p:spPr>
          <a:xfrm>
            <a:off x="6283300" y="1874520"/>
            <a:ext cx="25244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Works ahead on the moat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6210148" y="2331720"/>
            <a:ext cx="2670734" cy="4160520"/>
          </a:xfrm>
          <a:prstGeom prst="roundRect">
            <a:avLst>
              <a:gd name="adj" fmla="val 1370"/>
            </a:avLst>
          </a:prstGeom>
          <a:solidFill>
            <a:srgbClr val="F3EEF6"/>
          </a:solidFill>
          <a:ln w="12700">
            <a:solidFill>
              <a:srgbClr val="8A5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374740" y="2496312"/>
            <a:ext cx="2341550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Verification — reward signal and audit evidence (3.1); the hardest problem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The learning loop and safe, governable self-improvement (3.3)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Loop planning, credit assignment, failure prediction (3.2)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The moat edges — self-modification (2.4), perimeter info-flow (2.3), transfer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Substrate research — AMD/ROCm inference (4.1), edge–core, fine-tuning</a:t>
            </a:r>
            <a:endParaRPr lang="en-US" sz="1020"/>
          </a:p>
        </p:txBody>
      </p:sp>
      <p:sp>
        <p:nvSpPr>
          <p:cNvPr id="19" name="Shape 17"/>
          <p:cNvSpPr/>
          <p:nvPr/>
        </p:nvSpPr>
        <p:spPr>
          <a:xfrm>
            <a:off x="9109481" y="1417320"/>
            <a:ext cx="2670734" cy="822960"/>
          </a:xfrm>
          <a:prstGeom prst="roundRect">
            <a:avLst>
              <a:gd name="adj" fmla="val 6667"/>
            </a:avLst>
          </a:prstGeom>
          <a:solidFill>
            <a:srgbClr val="B88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155201" y="1472184"/>
            <a:ext cx="257929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</a:rPr>
              <a:t>AI Strategy &amp; Capability</a:t>
            </a:r>
            <a:endParaRPr lang="en-US" sz="1250"/>
          </a:p>
        </p:txBody>
      </p:sp>
      <p:sp>
        <p:nvSpPr>
          <p:cNvPr id="21" name="Text 19"/>
          <p:cNvSpPr txBox="1"/>
          <p:nvPr/>
        </p:nvSpPr>
        <p:spPr>
          <a:xfrm>
            <a:off x="9182633" y="1874520"/>
            <a:ext cx="25244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Office-of-the-CTO for AI — standing, forward-looking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9109481" y="2331720"/>
            <a:ext cx="2670734" cy="4160520"/>
          </a:xfrm>
          <a:prstGeom prst="roundRect">
            <a:avLst>
              <a:gd name="adj" fmla="val 1370"/>
            </a:avLst>
          </a:prstGeom>
          <a:solidFill>
            <a:srgbClr val="F7F1E3"/>
          </a:solidFill>
          <a:ln w="12700">
            <a:solidFill>
              <a:srgbClr val="B88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274073" y="2496312"/>
            <a:ext cx="2341550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Keep the enterprise-AI thesis and POV current against a moving target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Own the Assurance &amp; Governance roadmap that feeds Program 2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FinOps / tokeneconomics foundation feeding 5.1 and the cost loop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Run the continuous field feed from consulting into the roadmap</a:t>
            </a:r>
            <a:endParaRPr lang="en-US" sz="102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20">
                <a:solidFill>
                  <a:srgbClr val="20303F"/>
                </a:solidFill>
              </a:rPr>
              <a:t>Internal enablement; a source for GTM messaging, not its owner</a:t>
            </a:r>
            <a:endParaRPr lang="en-US" sz="1020"/>
          </a:p>
        </p:txBody>
      </p:sp>
      <p:sp>
        <p:nvSpPr>
          <p:cNvPr id="24" name="Text 22"/>
          <p:cNvSpPr txBox="1"/>
          <p:nvPr/>
        </p:nvSpPr>
        <p:spPr>
          <a:xfrm>
            <a:off x="411480" y="653796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A8894"/>
                </a:solidFill>
              </a:rPr>
              <a:t>Product &amp; Engineering build the platform · Research works ahead on the moat · AI Strategy &amp; Capability keeps direction current and bridges the field.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7AC7E-0700-978D-9A57-72DE26B6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C27716B3-DAC2-D448-88AF-16107999D6B3}"/>
              </a:ext>
            </a:extLst>
          </p:cNvPr>
          <p:cNvSpPr txBox="1"/>
          <p:nvPr/>
        </p:nvSpPr>
        <p:spPr>
          <a:xfrm>
            <a:off x="508000" y="292914"/>
            <a:ext cx="1687332" cy="18968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1200" b="1">
                <a:solidFill>
                  <a:srgbClr val="1C7293"/>
                </a:solidFill>
                <a:latin typeface="Calibri"/>
                <a:cs typeface="Calibri"/>
              </a:rPr>
              <a:t>CORE PILLAR — RACKAI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612968-774D-424A-8D1E-AEF4233F7BD9}"/>
              </a:ext>
            </a:extLst>
          </p:cNvPr>
          <p:cNvSpPr txBox="1"/>
          <p:nvPr/>
        </p:nvSpPr>
        <p:spPr>
          <a:xfrm>
            <a:off x="508000" y="508000"/>
            <a:ext cx="6866191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600" b="1">
                <a:solidFill>
                  <a:srgbClr val="21295C"/>
                </a:solidFill>
                <a:latin typeface="Cambria"/>
              </a:rPr>
              <a:t>RackAI — Overall Structure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CA639FD2-256E-9442-9063-A50B3A8EA309}"/>
              </a:ext>
            </a:extLst>
          </p:cNvPr>
          <p:cNvSpPr/>
          <p:nvPr/>
        </p:nvSpPr>
        <p:spPr>
          <a:xfrm>
            <a:off x="4191000" y="1732908"/>
            <a:ext cx="3810000" cy="685800"/>
          </a:xfrm>
          <a:prstGeom prst="roundRect">
            <a:avLst/>
          </a:prstGeom>
          <a:solidFill>
            <a:srgbClr val="2129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E80610-668B-1842-9CBF-83FC022CF10A}"/>
              </a:ext>
            </a:extLst>
          </p:cNvPr>
          <p:cNvSpPr txBox="1"/>
          <p:nvPr/>
        </p:nvSpPr>
        <p:spPr>
          <a:xfrm>
            <a:off x="4267200" y="1809108"/>
            <a:ext cx="36576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SVP, RackAI Product &amp; Engineering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419900-368C-9045-AF23-B0FC088D6206}"/>
              </a:ext>
            </a:extLst>
          </p:cNvPr>
          <p:cNvSpPr txBox="1"/>
          <p:nvPr/>
        </p:nvSpPr>
        <p:spPr>
          <a:xfrm>
            <a:off x="4267200" y="2152008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Chetan Gupta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ACCB50A7-B10E-6143-9E33-AEE5B3F90D4C}"/>
              </a:ext>
            </a:extLst>
          </p:cNvPr>
          <p:cNvSpPr/>
          <p:nvPr/>
        </p:nvSpPr>
        <p:spPr>
          <a:xfrm>
            <a:off x="8890000" y="1732908"/>
            <a:ext cx="2569496" cy="685800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95A01CA-08A3-164B-92AC-95C5395966AD}"/>
              </a:ext>
            </a:extLst>
          </p:cNvPr>
          <p:cNvSpPr txBox="1"/>
          <p:nvPr/>
        </p:nvSpPr>
        <p:spPr>
          <a:xfrm>
            <a:off x="8966199" y="1707508"/>
            <a:ext cx="2493297" cy="70464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Calibri"/>
                <a:cs typeface="Calibri"/>
              </a:rPr>
              <a:t>Technical Program/ Project Manager
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B24224B-856A-4746-BD84-0FC824B286A1}"/>
              </a:ext>
            </a:extLst>
          </p:cNvPr>
          <p:cNvSpPr/>
          <p:nvPr/>
        </p:nvSpPr>
        <p:spPr>
          <a:xfrm>
            <a:off x="643233" y="2831061"/>
            <a:ext cx="1771141" cy="1515168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CDF6B4F-BBD3-164B-85D6-03C65533BE1A}"/>
              </a:ext>
            </a:extLst>
          </p:cNvPr>
          <p:cNvSpPr txBox="1"/>
          <p:nvPr/>
        </p:nvSpPr>
        <p:spPr>
          <a:xfrm>
            <a:off x="649181" y="2837411"/>
            <a:ext cx="1458926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
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DE845AC7-C8E2-9849-A071-A0611A861802}"/>
              </a:ext>
            </a:extLst>
          </p:cNvPr>
          <p:cNvSpPr/>
          <p:nvPr/>
        </p:nvSpPr>
        <p:spPr>
          <a:xfrm>
            <a:off x="9059737" y="2943811"/>
            <a:ext cx="2207784" cy="1346200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27287D6-FD1D-094B-8380-79A5A4311E33}"/>
              </a:ext>
            </a:extLst>
          </p:cNvPr>
          <p:cNvSpPr txBox="1"/>
          <p:nvPr/>
        </p:nvSpPr>
        <p:spPr>
          <a:xfrm>
            <a:off x="8671026" y="2985337"/>
            <a:ext cx="28448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1850CE9-A2D5-8744-BB23-C4A77F654826}"/>
              </a:ext>
            </a:extLst>
          </p:cNvPr>
          <p:cNvSpPr txBox="1"/>
          <p:nvPr/>
        </p:nvSpPr>
        <p:spPr>
          <a:xfrm>
            <a:off x="9308040" y="3264737"/>
            <a:ext cx="1870243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900">
                <a:solidFill>
                  <a:srgbClr val="EFF7FA"/>
                </a:solidFill>
                <a:latin typeface="Calibri"/>
                <a:cs typeface="Calibri"/>
              </a:rPr>
              <a:t>Builds the AI Cloud Stack; owns four engineering pods mapped to the stack layers &amp; key partner integrations.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738F31-0BA7-1E4E-B836-A66AF752107D}"/>
              </a:ext>
            </a:extLst>
          </p:cNvPr>
          <p:cNvSpPr txBox="1"/>
          <p:nvPr/>
        </p:nvSpPr>
        <p:spPr>
          <a:xfrm>
            <a:off x="8794729" y="3921321"/>
            <a:ext cx="28448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Jovan Rajapakse</a:t>
            </a: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[13/30]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13E0714-65A4-5346-992F-3ADBFC91C9A7}"/>
              </a:ext>
            </a:extLst>
          </p:cNvPr>
          <p:cNvCxnSpPr/>
          <p:nvPr/>
        </p:nvCxnSpPr>
        <p:spPr>
          <a:xfrm>
            <a:off x="8001000" y="2075808"/>
            <a:ext cx="889000" cy="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17A7C7E0-3256-F14E-A856-16D903BAECD3}"/>
              </a:ext>
            </a:extLst>
          </p:cNvPr>
          <p:cNvCxnSpPr/>
          <p:nvPr/>
        </p:nvCxnSpPr>
        <p:spPr>
          <a:xfrm>
            <a:off x="6066504" y="2418708"/>
            <a:ext cx="0" cy="2794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5E8BD6F-008C-394B-9D5C-628CD64E607A}"/>
              </a:ext>
            </a:extLst>
          </p:cNvPr>
          <p:cNvCxnSpPr>
            <a:cxnSpLocks/>
          </p:cNvCxnSpPr>
          <p:nvPr/>
        </p:nvCxnSpPr>
        <p:spPr>
          <a:xfrm>
            <a:off x="1532234" y="2671013"/>
            <a:ext cx="8561192" cy="75179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7A24E61-3AD5-1046-B3B4-D10BA585B0C3}"/>
              </a:ext>
            </a:extLst>
          </p:cNvPr>
          <p:cNvCxnSpPr/>
          <p:nvPr/>
        </p:nvCxnSpPr>
        <p:spPr>
          <a:xfrm>
            <a:off x="1544140" y="2698108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E2826D63-459B-AC45-858A-7363F635F804}"/>
              </a:ext>
            </a:extLst>
          </p:cNvPr>
          <p:cNvCxnSpPr/>
          <p:nvPr/>
        </p:nvCxnSpPr>
        <p:spPr>
          <a:xfrm>
            <a:off x="10093426" y="2756737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74DD9866-4AF3-4A43-8619-A8A6226BC03F}"/>
              </a:ext>
            </a:extLst>
          </p:cNvPr>
          <p:cNvSpPr txBox="1"/>
          <p:nvPr/>
        </p:nvSpPr>
        <p:spPr>
          <a:xfrm>
            <a:off x="9349247" y="2155286"/>
            <a:ext cx="1727200" cy="14666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434DFDC-ED06-7A24-0147-C974AD729530}"/>
              </a:ext>
            </a:extLst>
          </p:cNvPr>
          <p:cNvSpPr/>
          <p:nvPr/>
        </p:nvSpPr>
        <p:spPr>
          <a:xfrm>
            <a:off x="3352723" y="2859327"/>
            <a:ext cx="1771141" cy="1515168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F2FD9-E7A0-CC47-D597-8F1DDFA12E73}"/>
              </a:ext>
            </a:extLst>
          </p:cNvPr>
          <p:cNvSpPr txBox="1"/>
          <p:nvPr/>
        </p:nvSpPr>
        <p:spPr>
          <a:xfrm>
            <a:off x="3432048" y="2884196"/>
            <a:ext cx="1458926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Research
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CDB39DA-098E-57CA-0D4C-5F3FB527C60F}"/>
              </a:ext>
            </a:extLst>
          </p:cNvPr>
          <p:cNvSpPr/>
          <p:nvPr/>
        </p:nvSpPr>
        <p:spPr>
          <a:xfrm>
            <a:off x="6269384" y="2886037"/>
            <a:ext cx="1771141" cy="1515168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6957D6-DEBA-53CD-715F-546EFC46567F}"/>
              </a:ext>
            </a:extLst>
          </p:cNvPr>
          <p:cNvSpPr txBox="1"/>
          <p:nvPr/>
        </p:nvSpPr>
        <p:spPr>
          <a:xfrm>
            <a:off x="6425491" y="2935074"/>
            <a:ext cx="1458926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AI Strategy and Capability
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582C7-7999-DE31-2F02-86026E4C733B}"/>
              </a:ext>
            </a:extLst>
          </p:cNvPr>
          <p:cNvSpPr txBox="1"/>
          <p:nvPr/>
        </p:nvSpPr>
        <p:spPr>
          <a:xfrm>
            <a:off x="2888767" y="4035621"/>
            <a:ext cx="28448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TBD</a:t>
            </a: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[0/4]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49DFA7BD-BE0E-517A-F1B0-D3B55A633431}"/>
              </a:ext>
            </a:extLst>
          </p:cNvPr>
          <p:cNvSpPr txBox="1"/>
          <p:nvPr/>
        </p:nvSpPr>
        <p:spPr>
          <a:xfrm>
            <a:off x="178100" y="3640753"/>
            <a:ext cx="25244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Owns what we build and why</a:t>
            </a:r>
          </a:p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Five different roles:</a:t>
            </a:r>
          </a:p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Inference/serving,</a:t>
            </a:r>
          </a:p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AI Orchestration &amp; Harness,</a:t>
            </a:r>
          </a:p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AI Assurance &amp; Governance,</a:t>
            </a:r>
          </a:p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Product Partnership,</a:t>
            </a:r>
          </a:p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Internal </a:t>
            </a:r>
            <a:r>
              <a:rPr lang="en-US" sz="900" i="1" err="1">
                <a:solidFill>
                  <a:srgbClr val="FFFFFF"/>
                </a:solidFill>
              </a:rPr>
              <a:t>RackAI</a:t>
            </a:r>
            <a:r>
              <a:rPr lang="en-US" sz="900" i="1">
                <a:solidFill>
                  <a:srgbClr val="FFFFFF"/>
                </a:solidFill>
              </a:rPr>
              <a:t>.</a:t>
            </a:r>
          </a:p>
          <a:p>
            <a:pPr marL="0" indent="0" algn="ctr">
              <a:buNone/>
            </a:pPr>
            <a:endParaRPr lang="en-US" sz="900" i="1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en-US" sz="900" i="1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en-US" sz="9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4024D1-43EB-D622-CE25-CAE788504740}"/>
              </a:ext>
            </a:extLst>
          </p:cNvPr>
          <p:cNvSpPr txBox="1"/>
          <p:nvPr/>
        </p:nvSpPr>
        <p:spPr>
          <a:xfrm>
            <a:off x="6214412" y="3262558"/>
            <a:ext cx="1795874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endParaRPr lang="en-US" sz="900">
              <a:solidFill>
                <a:srgbClr val="EFF7FA"/>
              </a:solidFill>
              <a:latin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47A47B-9D96-4251-87D9-E0BE20E4E20A}"/>
              </a:ext>
            </a:extLst>
          </p:cNvPr>
          <p:cNvSpPr txBox="1"/>
          <p:nvPr/>
        </p:nvSpPr>
        <p:spPr>
          <a:xfrm>
            <a:off x="5733567" y="4020079"/>
            <a:ext cx="28448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Neeraj Yadav</a:t>
            </a: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[4/4]( Lokesh to be transferred)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969313-2295-8B0B-E124-C094ACFE687A}"/>
              </a:ext>
            </a:extLst>
          </p:cNvPr>
          <p:cNvSpPr txBox="1"/>
          <p:nvPr/>
        </p:nvSpPr>
        <p:spPr>
          <a:xfrm>
            <a:off x="119880" y="4127737"/>
            <a:ext cx="28448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[1/6]</a:t>
            </a: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399E7C1-28F6-31FF-1AF3-CE6E32D51132}"/>
              </a:ext>
            </a:extLst>
          </p:cNvPr>
          <p:cNvSpPr txBox="1"/>
          <p:nvPr/>
        </p:nvSpPr>
        <p:spPr>
          <a:xfrm>
            <a:off x="3004985" y="3670037"/>
            <a:ext cx="25244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i="1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en-US" sz="900" i="1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en-US" sz="900" i="1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en-US" sz="90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244AEE86-9436-C34E-1207-4894BA17390A}"/>
              </a:ext>
            </a:extLst>
          </p:cNvPr>
          <p:cNvSpPr txBox="1"/>
          <p:nvPr/>
        </p:nvSpPr>
        <p:spPr>
          <a:xfrm>
            <a:off x="3293141" y="3424053"/>
            <a:ext cx="18713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Works on research problems ahead of productization</a:t>
            </a:r>
          </a:p>
          <a:p>
            <a:pPr marL="0" indent="0" algn="ctr">
              <a:buNone/>
            </a:pPr>
            <a:endParaRPr lang="en-US" sz="900" i="1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en-US" sz="900" i="1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en-US" sz="90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441A0D1B-2D0E-F583-22C7-A250626F31DE}"/>
              </a:ext>
            </a:extLst>
          </p:cNvPr>
          <p:cNvSpPr txBox="1"/>
          <p:nvPr/>
        </p:nvSpPr>
        <p:spPr>
          <a:xfrm>
            <a:off x="6249377" y="3554552"/>
            <a:ext cx="18713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FFFFFF"/>
                </a:solidFill>
              </a:rPr>
              <a:t>Keeps our thesis current, AI FinOps and </a:t>
            </a:r>
            <a:r>
              <a:rPr lang="en-US" sz="900" i="1" err="1">
                <a:solidFill>
                  <a:srgbClr val="FFFFFF"/>
                </a:solidFill>
              </a:rPr>
              <a:t>tokenomics</a:t>
            </a:r>
            <a:r>
              <a:rPr lang="en-US" sz="900" i="1">
                <a:solidFill>
                  <a:srgbClr val="FFFFFF"/>
                </a:solidFill>
              </a:rPr>
              <a:t>, governance and assurance, Consulting feedback, thought leadership</a:t>
            </a:r>
          </a:p>
          <a:p>
            <a:pPr marL="0" indent="0" algn="ctr">
              <a:buNone/>
            </a:pPr>
            <a:endParaRPr lang="en-US" sz="900" i="1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en-US" sz="900" i="1">
              <a:solidFill>
                <a:srgbClr val="FFFFFF"/>
              </a:solidFill>
            </a:endParaRPr>
          </a:p>
          <a:p>
            <a:pPr marL="0" indent="0" algn="ctr">
              <a:buNone/>
            </a:pP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57756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E1147-9D78-2086-C241-2C625B13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43FEB853-53CC-D0D6-CADA-1F8DA0907487}"/>
              </a:ext>
            </a:extLst>
          </p:cNvPr>
          <p:cNvSpPr txBox="1"/>
          <p:nvPr/>
        </p:nvSpPr>
        <p:spPr>
          <a:xfrm>
            <a:off x="508000" y="292914"/>
            <a:ext cx="1687332" cy="18968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1200" b="1">
                <a:solidFill>
                  <a:srgbClr val="1C7293"/>
                </a:solidFill>
                <a:latin typeface="Calibri"/>
                <a:cs typeface="Calibri"/>
              </a:rPr>
              <a:t>CORE PILLAR — RACKAI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F8AB7C-3BBF-BFED-A8E0-AE7B94D48F93}"/>
              </a:ext>
            </a:extLst>
          </p:cNvPr>
          <p:cNvSpPr txBox="1"/>
          <p:nvPr/>
        </p:nvSpPr>
        <p:spPr>
          <a:xfrm>
            <a:off x="428096" y="578879"/>
            <a:ext cx="9215531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600" b="1">
                <a:solidFill>
                  <a:srgbClr val="21295C"/>
                </a:solidFill>
                <a:latin typeface="Cambria"/>
              </a:rPr>
              <a:t>RackAI — Product Management &amp; Engineering Structure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5D962680-F2FF-B96A-ED3A-6C9B907F77C8}"/>
              </a:ext>
            </a:extLst>
          </p:cNvPr>
          <p:cNvSpPr/>
          <p:nvPr/>
        </p:nvSpPr>
        <p:spPr>
          <a:xfrm>
            <a:off x="4191000" y="1219200"/>
            <a:ext cx="3810000" cy="685800"/>
          </a:xfrm>
          <a:prstGeom prst="roundRect">
            <a:avLst/>
          </a:prstGeom>
          <a:solidFill>
            <a:srgbClr val="2129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366EEDD-45AC-E451-380B-E2A076582DE0}"/>
              </a:ext>
            </a:extLst>
          </p:cNvPr>
          <p:cNvSpPr txBox="1"/>
          <p:nvPr/>
        </p:nvSpPr>
        <p:spPr>
          <a:xfrm>
            <a:off x="4267200" y="1295400"/>
            <a:ext cx="36576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SVP, RackAI Product &amp; Engineering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335328-6BEF-6539-2C59-8194C2098561}"/>
              </a:ext>
            </a:extLst>
          </p:cNvPr>
          <p:cNvSpPr txBox="1"/>
          <p:nvPr/>
        </p:nvSpPr>
        <p:spPr>
          <a:xfrm>
            <a:off x="4267200" y="16383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Chetan Gupta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2E013B21-8A8F-71C5-0976-43363D577F84}"/>
              </a:ext>
            </a:extLst>
          </p:cNvPr>
          <p:cNvSpPr/>
          <p:nvPr/>
        </p:nvSpPr>
        <p:spPr>
          <a:xfrm>
            <a:off x="8890000" y="1219200"/>
            <a:ext cx="2569496" cy="685800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0F8F63-C9DF-9F26-FD5C-02B9A751B5BF}"/>
              </a:ext>
            </a:extLst>
          </p:cNvPr>
          <p:cNvSpPr txBox="1"/>
          <p:nvPr/>
        </p:nvSpPr>
        <p:spPr>
          <a:xfrm>
            <a:off x="8966199" y="1193800"/>
            <a:ext cx="2493297" cy="70464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Calibri"/>
                <a:cs typeface="Calibri"/>
              </a:rPr>
              <a:t>Technical Program/ Project Manager
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96A9565B-4584-6EBB-2A61-EDE8084C9802}"/>
              </a:ext>
            </a:extLst>
          </p:cNvPr>
          <p:cNvSpPr/>
          <p:nvPr/>
        </p:nvSpPr>
        <p:spPr>
          <a:xfrm>
            <a:off x="43794" y="2317353"/>
            <a:ext cx="1458926" cy="682229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A3E02B1-A1DF-2B13-F805-C71E0792DAE6}"/>
              </a:ext>
            </a:extLst>
          </p:cNvPr>
          <p:cNvSpPr txBox="1"/>
          <p:nvPr/>
        </p:nvSpPr>
        <p:spPr>
          <a:xfrm>
            <a:off x="49741" y="2323703"/>
            <a:ext cx="1458926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
Inference/Serving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E2B5656-EC31-0DAC-7C6E-FAA9B6A653FC}"/>
              </a:ext>
            </a:extLst>
          </p:cNvPr>
          <p:cNvSpPr txBox="1"/>
          <p:nvPr/>
        </p:nvSpPr>
        <p:spPr>
          <a:xfrm>
            <a:off x="76734" y="2739231"/>
            <a:ext cx="1419246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Edward Kerr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17FEC488-DEF8-5CEA-DA25-003EF180B8D9}"/>
              </a:ext>
            </a:extLst>
          </p:cNvPr>
          <p:cNvSpPr/>
          <p:nvPr/>
        </p:nvSpPr>
        <p:spPr>
          <a:xfrm>
            <a:off x="1627652" y="2281904"/>
            <a:ext cx="1404423" cy="717947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0F6B73-CC64-997D-BE7B-E8170FB11BC6}"/>
              </a:ext>
            </a:extLst>
          </p:cNvPr>
          <p:cNvSpPr txBox="1"/>
          <p:nvPr/>
        </p:nvSpPr>
        <p:spPr>
          <a:xfrm>
            <a:off x="1654640" y="2274760"/>
            <a:ext cx="1343985" cy="68767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 AI Harness &amp; Orchestration
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81512494-3E6A-1D65-FC18-1AC0E59A2A4E}"/>
              </a:ext>
            </a:extLst>
          </p:cNvPr>
          <p:cNvSpPr/>
          <p:nvPr/>
        </p:nvSpPr>
        <p:spPr>
          <a:xfrm>
            <a:off x="4812311" y="2281904"/>
            <a:ext cx="1404424" cy="680532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4F1B64-3552-7B8D-BE1D-A4D1F919570A}"/>
              </a:ext>
            </a:extLst>
          </p:cNvPr>
          <p:cNvSpPr txBox="1"/>
          <p:nvPr/>
        </p:nvSpPr>
        <p:spPr>
          <a:xfrm>
            <a:off x="4770175" y="2143791"/>
            <a:ext cx="1497669" cy="7620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 Product Partnership</a:t>
            </a:r>
            <a:endParaRPr lang="en-US" sz="11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67F2A076-DD6E-C1D0-E34C-3D2EEB5E473A}"/>
              </a:ext>
            </a:extLst>
          </p:cNvPr>
          <p:cNvSpPr/>
          <p:nvPr/>
        </p:nvSpPr>
        <p:spPr>
          <a:xfrm>
            <a:off x="57802" y="3160385"/>
            <a:ext cx="1452047" cy="622697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C5F8879-2DC2-81B5-121B-5C02A0DA11B1}"/>
              </a:ext>
            </a:extLst>
          </p:cNvPr>
          <p:cNvSpPr txBox="1"/>
          <p:nvPr/>
        </p:nvSpPr>
        <p:spPr>
          <a:xfrm>
            <a:off x="75659" y="3105616"/>
            <a:ext cx="1458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 RackAI Internal
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99F70EB2-5AC0-6D7B-F96F-189EA1F14B13}"/>
              </a:ext>
            </a:extLst>
          </p:cNvPr>
          <p:cNvSpPr/>
          <p:nvPr/>
        </p:nvSpPr>
        <p:spPr>
          <a:xfrm>
            <a:off x="8225669" y="2267156"/>
            <a:ext cx="3048000" cy="1346200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3E68649-13D9-C03A-87A8-272F6D1AC918}"/>
              </a:ext>
            </a:extLst>
          </p:cNvPr>
          <p:cNvSpPr txBox="1"/>
          <p:nvPr/>
        </p:nvSpPr>
        <p:spPr>
          <a:xfrm>
            <a:off x="8327269" y="2368756"/>
            <a:ext cx="28448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0C20EAF-438C-083F-9636-6FC1A4F50ECF}"/>
              </a:ext>
            </a:extLst>
          </p:cNvPr>
          <p:cNvSpPr txBox="1"/>
          <p:nvPr/>
        </p:nvSpPr>
        <p:spPr>
          <a:xfrm>
            <a:off x="8327269" y="2648156"/>
            <a:ext cx="28448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900">
                <a:solidFill>
                  <a:srgbClr val="EFF7FA"/>
                </a:solidFill>
                <a:latin typeface="Calibri"/>
                <a:cs typeface="Calibri"/>
              </a:rPr>
              <a:t>Builds &amp; operates the AI Cloud Stack; owns four engineering pods mapped to the stack layers &amp; key partner integrations.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576147-B6EC-9C09-2E43-125C397DF9BC}"/>
              </a:ext>
            </a:extLst>
          </p:cNvPr>
          <p:cNvSpPr txBox="1"/>
          <p:nvPr/>
        </p:nvSpPr>
        <p:spPr>
          <a:xfrm>
            <a:off x="8327269" y="3308556"/>
            <a:ext cx="2844800" cy="2286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Jovan Rajapakse</a:t>
            </a: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[13/30]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569A56BC-59B6-0DAF-E825-D10710FBAEA6}"/>
              </a:ext>
            </a:extLst>
          </p:cNvPr>
          <p:cNvSpPr/>
          <p:nvPr/>
        </p:nvSpPr>
        <p:spPr>
          <a:xfrm>
            <a:off x="7950299" y="4912897"/>
            <a:ext cx="1693333" cy="1270000"/>
          </a:xfrm>
          <a:prstGeom prst="round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4211EE4-3691-7DAD-DEFA-D23CF3D461B5}"/>
              </a:ext>
            </a:extLst>
          </p:cNvPr>
          <p:cNvSpPr txBox="1"/>
          <p:nvPr/>
        </p:nvSpPr>
        <p:spPr>
          <a:xfrm>
            <a:off x="8013799" y="5014497"/>
            <a:ext cx="1566333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Governance and Assurance
</a:t>
            </a:r>
            <a:r>
              <a:rPr lang="en-US" sz="1050" b="1">
                <a:solidFill>
                  <a:srgbClr val="FECFC7"/>
                </a:solidFill>
                <a:latin typeface="Calibri"/>
                <a:cs typeface="Calibri"/>
              </a:rPr>
              <a:t>(0/4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0784567-24AD-FEB3-BBF0-573ED6DB5344}"/>
              </a:ext>
            </a:extLst>
          </p:cNvPr>
          <p:cNvSpPr txBox="1"/>
          <p:nvPr/>
        </p:nvSpPr>
        <p:spPr>
          <a:xfrm>
            <a:off x="8013799" y="5471697"/>
            <a:ext cx="1566333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850">
                <a:solidFill>
                  <a:srgbClr val="EFF7FA"/>
                </a:solidFill>
                <a:latin typeface="Calibri"/>
                <a:cs typeface="Calibri"/>
              </a:rPr>
              <a:t>Model, cost, data, compliance governance, </a:t>
            </a:r>
            <a:r>
              <a:rPr lang="en-US" sz="850">
                <a:solidFill>
                  <a:srgbClr val="EFF7FA"/>
                </a:solidFill>
                <a:cs typeface="Calibri"/>
              </a:rPr>
              <a:t>Integration testing and quality assurance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B079CC05-0977-3248-9DD5-37D7DD5AAEAF}"/>
              </a:ext>
            </a:extLst>
          </p:cNvPr>
          <p:cNvSpPr/>
          <p:nvPr/>
        </p:nvSpPr>
        <p:spPr>
          <a:xfrm>
            <a:off x="336546" y="4912846"/>
            <a:ext cx="1693333" cy="1270000"/>
          </a:xfrm>
          <a:prstGeom prst="round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3E1B750-9159-67D4-6139-826F4E76F126}"/>
              </a:ext>
            </a:extLst>
          </p:cNvPr>
          <p:cNvSpPr txBox="1"/>
          <p:nvPr/>
        </p:nvSpPr>
        <p:spPr>
          <a:xfrm>
            <a:off x="400046" y="5014446"/>
            <a:ext cx="1566333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Platform
</a:t>
            </a:r>
            <a:r>
              <a:rPr lang="en-US" sz="1050" b="1">
                <a:solidFill>
                  <a:srgbClr val="FECFC7"/>
                </a:solidFill>
                <a:latin typeface="Calibri"/>
                <a:cs typeface="Calibri"/>
              </a:rPr>
              <a:t>(10/11]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AAA6913-190C-74FD-CD12-20A1430104B0}"/>
              </a:ext>
            </a:extLst>
          </p:cNvPr>
          <p:cNvSpPr txBox="1"/>
          <p:nvPr/>
        </p:nvSpPr>
        <p:spPr>
          <a:xfrm>
            <a:off x="400046" y="5471646"/>
            <a:ext cx="1566333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850">
                <a:solidFill>
                  <a:srgbClr val="EFF7FA"/>
                </a:solidFill>
                <a:latin typeface="Calibri"/>
                <a:cs typeface="Calibri"/>
              </a:rPr>
              <a:t>Platform, UI, Core services (Inference - Model router, catalog, hosting)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25BA8CB5-342C-20A1-282E-920852271D67}"/>
              </a:ext>
            </a:extLst>
          </p:cNvPr>
          <p:cNvSpPr/>
          <p:nvPr/>
        </p:nvSpPr>
        <p:spPr>
          <a:xfrm>
            <a:off x="2236303" y="4912846"/>
            <a:ext cx="1693333" cy="1270000"/>
          </a:xfrm>
          <a:prstGeom prst="round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121ABA7-C868-2014-939D-55AE3C0A5193}"/>
              </a:ext>
            </a:extLst>
          </p:cNvPr>
          <p:cNvSpPr txBox="1"/>
          <p:nvPr/>
        </p:nvSpPr>
        <p:spPr>
          <a:xfrm>
            <a:off x="2299803" y="5014446"/>
            <a:ext cx="1566333" cy="4318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Inference
</a:t>
            </a:r>
            <a:r>
              <a:rPr lang="en-US" sz="1050" b="1">
                <a:solidFill>
                  <a:srgbClr val="FECFC7"/>
                </a:solidFill>
                <a:latin typeface="Calibri"/>
                <a:cs typeface="Calibri"/>
              </a:rPr>
              <a:t>(2/8)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529C2DD-ADC6-CCF2-9B6B-34E63D8BD0F1}"/>
              </a:ext>
            </a:extLst>
          </p:cNvPr>
          <p:cNvSpPr txBox="1"/>
          <p:nvPr/>
        </p:nvSpPr>
        <p:spPr>
          <a:xfrm>
            <a:off x="2299803" y="5471646"/>
            <a:ext cx="1566333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850">
                <a:solidFill>
                  <a:srgbClr val="EFF7FA"/>
                </a:solidFill>
                <a:latin typeface="Calibri"/>
                <a:cs typeface="Calibri"/>
              </a:rPr>
              <a:t>Perf tuning, quantization, cost-per-token benchmarking.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BB005880-C279-4529-1DA7-7E20AEF2698A}"/>
              </a:ext>
            </a:extLst>
          </p:cNvPr>
          <p:cNvSpPr/>
          <p:nvPr/>
        </p:nvSpPr>
        <p:spPr>
          <a:xfrm>
            <a:off x="5951114" y="4912846"/>
            <a:ext cx="1693333" cy="1270000"/>
          </a:xfrm>
          <a:prstGeom prst="round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FD9085B-6688-211C-0F41-4D33A1DF8E26}"/>
              </a:ext>
            </a:extLst>
          </p:cNvPr>
          <p:cNvSpPr txBox="1"/>
          <p:nvPr/>
        </p:nvSpPr>
        <p:spPr>
          <a:xfrm>
            <a:off x="6014614" y="5014446"/>
            <a:ext cx="1566333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Harness and Orchestration
</a:t>
            </a:r>
            <a:r>
              <a:rPr lang="en-US" sz="1050" b="1">
                <a:solidFill>
                  <a:srgbClr val="FECFC7"/>
                </a:solidFill>
                <a:latin typeface="Calibri"/>
                <a:cs typeface="Calibri"/>
              </a:rPr>
              <a:t>(0/2)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93BA86A-76AE-E1E5-2086-3D7E634E0A8C}"/>
              </a:ext>
            </a:extLst>
          </p:cNvPr>
          <p:cNvSpPr txBox="1"/>
          <p:nvPr/>
        </p:nvSpPr>
        <p:spPr>
          <a:xfrm>
            <a:off x="6014614" y="5471646"/>
            <a:ext cx="1566333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850">
                <a:solidFill>
                  <a:srgbClr val="EFF7FA"/>
                </a:solidFill>
                <a:latin typeface="Calibri"/>
                <a:cs typeface="Calibri"/>
              </a:rPr>
              <a:t>Harness &amp; Orchestration - Agent SDK, runtime, hosting &amp; eval.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9503372F-6639-C38F-43A8-C8EF7360B9E1}"/>
              </a:ext>
            </a:extLst>
          </p:cNvPr>
          <p:cNvSpPr/>
          <p:nvPr/>
        </p:nvSpPr>
        <p:spPr>
          <a:xfrm>
            <a:off x="10230881" y="3998451"/>
            <a:ext cx="1693333" cy="1270000"/>
          </a:xfrm>
          <a:prstGeom prst="roundRect">
            <a:avLst/>
          </a:prstGeom>
          <a:solidFill>
            <a:srgbClr val="04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CFE6612-E63F-77E4-B8B9-2714A6BAAF93}"/>
              </a:ext>
            </a:extLst>
          </p:cNvPr>
          <p:cNvSpPr txBox="1"/>
          <p:nvPr/>
        </p:nvSpPr>
        <p:spPr>
          <a:xfrm>
            <a:off x="10294381" y="4100051"/>
            <a:ext cx="1566333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Partner Integrations
</a:t>
            </a:r>
            <a:r>
              <a:rPr lang="en-US" sz="1050" b="1">
                <a:solidFill>
                  <a:srgbClr val="FECFC7"/>
                </a:solidFill>
                <a:latin typeface="Calibri"/>
                <a:cs typeface="Calibri"/>
              </a:rPr>
              <a:t>(0/2)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46E4973-C037-9FC1-5A99-65D886548358}"/>
              </a:ext>
            </a:extLst>
          </p:cNvPr>
          <p:cNvSpPr txBox="1"/>
          <p:nvPr/>
        </p:nvSpPr>
        <p:spPr>
          <a:xfrm>
            <a:off x="10294381" y="4557251"/>
            <a:ext cx="1566333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850">
                <a:solidFill>
                  <a:srgbClr val="EFF7FA"/>
                </a:solidFill>
                <a:latin typeface="Calibri"/>
                <a:cs typeface="Calibri"/>
              </a:rPr>
              <a:t>Integrations w/ Sovereign, Uniphore, Palantir &amp; others.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86E1719-0B8F-9F4A-A25F-3C363A89FD9A}"/>
              </a:ext>
            </a:extLst>
          </p:cNvPr>
          <p:cNvSpPr txBox="1"/>
          <p:nvPr/>
        </p:nvSpPr>
        <p:spPr>
          <a:xfrm>
            <a:off x="3934795" y="6370892"/>
            <a:ext cx="2520000" cy="288000"/>
          </a:xfrm>
          <a:prstGeom prst="rect">
            <a:avLst/>
          </a:prstGeom>
          <a:noFill/>
          <a:ln>
            <a:solidFill>
              <a:srgbClr val="1C7293"/>
            </a:solidFill>
            <a:prstDash val="dash"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1C7293"/>
                </a:solidFill>
                <a:latin typeface="Calibri"/>
                <a:cs typeface="Calibri"/>
              </a:rPr>
              <a:t>Security, Compliance &amp; Governance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3459C53-F8B3-B8CE-E363-0DD42D256547}"/>
              </a:ext>
            </a:extLst>
          </p:cNvPr>
          <p:cNvSpPr txBox="1"/>
          <p:nvPr/>
        </p:nvSpPr>
        <p:spPr>
          <a:xfrm>
            <a:off x="6687745" y="6370892"/>
            <a:ext cx="2520000" cy="288000"/>
          </a:xfrm>
          <a:prstGeom prst="rect">
            <a:avLst/>
          </a:prstGeom>
          <a:noFill/>
          <a:ln>
            <a:solidFill>
              <a:srgbClr val="1C7293"/>
            </a:solidFill>
            <a:prstDash val="dash"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1C7293"/>
                </a:solidFill>
                <a:latin typeface="Calibri"/>
                <a:cs typeface="Calibri"/>
              </a:rPr>
              <a:t>Observability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5EDDFB7-0ECC-AB51-FFE7-45B688C6FAB4}"/>
              </a:ext>
            </a:extLst>
          </p:cNvPr>
          <p:cNvSpPr txBox="1"/>
          <p:nvPr/>
        </p:nvSpPr>
        <p:spPr>
          <a:xfrm>
            <a:off x="9398000" y="6370892"/>
            <a:ext cx="2520000" cy="288000"/>
          </a:xfrm>
          <a:prstGeom prst="rect">
            <a:avLst/>
          </a:prstGeom>
          <a:noFill/>
          <a:ln>
            <a:solidFill>
              <a:srgbClr val="1C7293"/>
            </a:solidFill>
            <a:prstDash val="dash"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1C7293"/>
                </a:solidFill>
                <a:latin typeface="Calibri"/>
                <a:cs typeface="Calibri"/>
              </a:rPr>
              <a:t>Data Services &amp; Tools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8CB951E-D204-0ECC-391F-7BB4A6776E80}"/>
              </a:ext>
            </a:extLst>
          </p:cNvPr>
          <p:cNvSpPr txBox="1"/>
          <p:nvPr/>
        </p:nvSpPr>
        <p:spPr>
          <a:xfrm>
            <a:off x="508000" y="6350000"/>
            <a:ext cx="3193845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900">
                <a:solidFill>
                  <a:srgbClr val="5C7A88"/>
                </a:solidFill>
                <a:latin typeface="Calibri"/>
                <a:cs typeface="Calibri"/>
              </a:rPr>
              <a:t>Rackspace Technology  |  Confidential — Internal Strategy Draft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86D12E2E-80F9-15F5-98C1-9D49D6565103}"/>
              </a:ext>
            </a:extLst>
          </p:cNvPr>
          <p:cNvCxnSpPr/>
          <p:nvPr/>
        </p:nvCxnSpPr>
        <p:spPr>
          <a:xfrm>
            <a:off x="8001000" y="1562100"/>
            <a:ext cx="889000" cy="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22BC7E8-88CF-E9FF-5879-8FF155DC3086}"/>
              </a:ext>
            </a:extLst>
          </p:cNvPr>
          <p:cNvCxnSpPr/>
          <p:nvPr/>
        </p:nvCxnSpPr>
        <p:spPr>
          <a:xfrm>
            <a:off x="5467064" y="1905000"/>
            <a:ext cx="0" cy="2794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24FBE8C-B0FF-BCB8-C634-2935CB634358}"/>
              </a:ext>
            </a:extLst>
          </p:cNvPr>
          <p:cNvCxnSpPr>
            <a:cxnSpLocks/>
          </p:cNvCxnSpPr>
          <p:nvPr/>
        </p:nvCxnSpPr>
        <p:spPr>
          <a:xfrm flipV="1">
            <a:off x="944700" y="2144263"/>
            <a:ext cx="8790216" cy="40733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14D5EE7-D9D5-2032-B0DD-C3B4906DAB4B}"/>
              </a:ext>
            </a:extLst>
          </p:cNvPr>
          <p:cNvCxnSpPr/>
          <p:nvPr/>
        </p:nvCxnSpPr>
        <p:spPr>
          <a:xfrm>
            <a:off x="944700" y="2184400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E28047B-FD6B-26EA-486E-0873025DBA7A}"/>
              </a:ext>
            </a:extLst>
          </p:cNvPr>
          <p:cNvCxnSpPr>
            <a:cxnSpLocks/>
          </p:cNvCxnSpPr>
          <p:nvPr/>
        </p:nvCxnSpPr>
        <p:spPr>
          <a:xfrm>
            <a:off x="2492840" y="2184400"/>
            <a:ext cx="0" cy="97504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1B09FA-2469-BE3E-3105-0266F72312CF}"/>
              </a:ext>
            </a:extLst>
          </p:cNvPr>
          <p:cNvCxnSpPr/>
          <p:nvPr/>
        </p:nvCxnSpPr>
        <p:spPr>
          <a:xfrm>
            <a:off x="5471154" y="2158730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3F70E1A1-363B-B48B-AEB3-B7E55058BA48}"/>
              </a:ext>
            </a:extLst>
          </p:cNvPr>
          <p:cNvCxnSpPr/>
          <p:nvPr/>
        </p:nvCxnSpPr>
        <p:spPr>
          <a:xfrm>
            <a:off x="9749669" y="2140156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910E82A-2880-BAB4-F6F0-9CB24F4AFB66}"/>
              </a:ext>
            </a:extLst>
          </p:cNvPr>
          <p:cNvCxnSpPr/>
          <p:nvPr/>
        </p:nvCxnSpPr>
        <p:spPr>
          <a:xfrm>
            <a:off x="9734916" y="3657600"/>
            <a:ext cx="0" cy="2286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869DC370-428C-8363-FA36-74EC4DFD7CCA}"/>
              </a:ext>
            </a:extLst>
          </p:cNvPr>
          <p:cNvCxnSpPr>
            <a:cxnSpLocks/>
          </p:cNvCxnSpPr>
          <p:nvPr/>
        </p:nvCxnSpPr>
        <p:spPr>
          <a:xfrm>
            <a:off x="1313153" y="4785846"/>
            <a:ext cx="3766850" cy="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8984C15-07DE-8115-094F-3E1638C9FA62}"/>
              </a:ext>
            </a:extLst>
          </p:cNvPr>
          <p:cNvCxnSpPr/>
          <p:nvPr/>
        </p:nvCxnSpPr>
        <p:spPr>
          <a:xfrm>
            <a:off x="8767469" y="4785897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658BF04-060D-6EEC-F012-C4D1A96C5910}"/>
              </a:ext>
            </a:extLst>
          </p:cNvPr>
          <p:cNvCxnSpPr/>
          <p:nvPr/>
        </p:nvCxnSpPr>
        <p:spPr>
          <a:xfrm>
            <a:off x="3144747" y="4785846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07DF38BA-E926-FC35-210E-FD7E65793E9B}"/>
              </a:ext>
            </a:extLst>
          </p:cNvPr>
          <p:cNvCxnSpPr/>
          <p:nvPr/>
        </p:nvCxnSpPr>
        <p:spPr>
          <a:xfrm>
            <a:off x="1313153" y="4785846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3C0DFC64-43CB-CA6D-5772-92DF47CE1DB7}"/>
              </a:ext>
            </a:extLst>
          </p:cNvPr>
          <p:cNvCxnSpPr/>
          <p:nvPr/>
        </p:nvCxnSpPr>
        <p:spPr>
          <a:xfrm>
            <a:off x="6797780" y="4785846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5801740B-D550-9CC9-F668-499A24A4BC8F}"/>
              </a:ext>
            </a:extLst>
          </p:cNvPr>
          <p:cNvCxnSpPr/>
          <p:nvPr/>
        </p:nvCxnSpPr>
        <p:spPr>
          <a:xfrm>
            <a:off x="11077548" y="3871451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A41921E-3594-8B8D-E920-AB4654801979}"/>
              </a:ext>
            </a:extLst>
          </p:cNvPr>
          <p:cNvCxnSpPr>
            <a:cxnSpLocks/>
          </p:cNvCxnSpPr>
          <p:nvPr/>
        </p:nvCxnSpPr>
        <p:spPr>
          <a:xfrm flipV="1">
            <a:off x="3359357" y="3863974"/>
            <a:ext cx="7717090" cy="45969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6F7A8C82-4B9D-34D4-CCB5-47B052BBF13A}"/>
              </a:ext>
            </a:extLst>
          </p:cNvPr>
          <p:cNvCxnSpPr/>
          <p:nvPr/>
        </p:nvCxnSpPr>
        <p:spPr>
          <a:xfrm>
            <a:off x="3359357" y="3905866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80CD3E9E-35C1-0573-7706-FEBCBB643614}"/>
              </a:ext>
            </a:extLst>
          </p:cNvPr>
          <p:cNvSpPr/>
          <p:nvPr/>
        </p:nvSpPr>
        <p:spPr>
          <a:xfrm>
            <a:off x="2156274" y="4011960"/>
            <a:ext cx="2286000" cy="685800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A1C45BA-7276-EF89-007C-BE337C75D404}"/>
              </a:ext>
            </a:extLst>
          </p:cNvPr>
          <p:cNvSpPr txBox="1"/>
          <p:nvPr/>
        </p:nvSpPr>
        <p:spPr>
          <a:xfrm>
            <a:off x="2232474" y="4062760"/>
            <a:ext cx="2133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Calibri"/>
                <a:cs typeface="Calibri"/>
              </a:rPr>
              <a:t>AI Inference and Serving
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AAF27F5-A4A6-3932-E7DB-13D27A827858}"/>
              </a:ext>
            </a:extLst>
          </p:cNvPr>
          <p:cNvSpPr txBox="1"/>
          <p:nvPr/>
        </p:nvSpPr>
        <p:spPr>
          <a:xfrm>
            <a:off x="2156274" y="4379446"/>
            <a:ext cx="2286000" cy="22531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4A83196F-6B01-6332-A3AA-F4C68119882A}"/>
              </a:ext>
            </a:extLst>
          </p:cNvPr>
          <p:cNvCxnSpPr>
            <a:cxnSpLocks/>
          </p:cNvCxnSpPr>
          <p:nvPr/>
        </p:nvCxnSpPr>
        <p:spPr>
          <a:xfrm flipH="1">
            <a:off x="3146383" y="4692444"/>
            <a:ext cx="8202" cy="93402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616951EE-C6A5-3E97-4708-DB2341DD19C2}"/>
              </a:ext>
            </a:extLst>
          </p:cNvPr>
          <p:cNvCxnSpPr/>
          <p:nvPr/>
        </p:nvCxnSpPr>
        <p:spPr>
          <a:xfrm>
            <a:off x="7685550" y="3910786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194B0497-5AF6-421F-1D4B-3F0A2E0F52AF}"/>
              </a:ext>
            </a:extLst>
          </p:cNvPr>
          <p:cNvSpPr/>
          <p:nvPr/>
        </p:nvSpPr>
        <p:spPr>
          <a:xfrm>
            <a:off x="6246494" y="4016880"/>
            <a:ext cx="2866654" cy="685800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AF1E8A0-50B5-499F-8D44-B654E7CBB822}"/>
              </a:ext>
            </a:extLst>
          </p:cNvPr>
          <p:cNvSpPr txBox="1"/>
          <p:nvPr/>
        </p:nvSpPr>
        <p:spPr>
          <a:xfrm>
            <a:off x="6186296" y="4067680"/>
            <a:ext cx="2866654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Calibri"/>
                <a:cs typeface="Calibri"/>
              </a:rPr>
              <a:t>AI Harness, Orchestration and Governance
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850FE80-F66A-9547-3062-D812E7F006B1}"/>
              </a:ext>
            </a:extLst>
          </p:cNvPr>
          <p:cNvSpPr txBox="1"/>
          <p:nvPr/>
        </p:nvSpPr>
        <p:spPr>
          <a:xfrm>
            <a:off x="6246494" y="4379446"/>
            <a:ext cx="2844525" cy="23023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3FAE8D29-C567-45F1-177B-03CE54638A57}"/>
              </a:ext>
            </a:extLst>
          </p:cNvPr>
          <p:cNvCxnSpPr>
            <a:cxnSpLocks/>
          </p:cNvCxnSpPr>
          <p:nvPr/>
        </p:nvCxnSpPr>
        <p:spPr>
          <a:xfrm>
            <a:off x="6801427" y="4785846"/>
            <a:ext cx="1987381" cy="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22E34E67-D23D-9796-E5AB-BEFF8BCC18FD}"/>
              </a:ext>
            </a:extLst>
          </p:cNvPr>
          <p:cNvSpPr txBox="1"/>
          <p:nvPr/>
        </p:nvSpPr>
        <p:spPr>
          <a:xfrm>
            <a:off x="4904001" y="2702356"/>
            <a:ext cx="1339179" cy="14666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endParaRPr lang="en-US" sz="1000" b="1" i="1">
              <a:solidFill>
                <a:srgbClr val="FFCFC7"/>
              </a:solidFill>
              <a:latin typeface="Calibri"/>
              <a:cs typeface="Calibri"/>
            </a:endParaRP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DF5643DA-DCEB-0D92-4B1E-BB37E11ECC80}"/>
              </a:ext>
            </a:extLst>
          </p:cNvPr>
          <p:cNvSpPr txBox="1"/>
          <p:nvPr/>
        </p:nvSpPr>
        <p:spPr>
          <a:xfrm>
            <a:off x="57801" y="3514814"/>
            <a:ext cx="1458000" cy="14666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endParaRPr lang="en-US" sz="1000" b="1" i="1">
              <a:solidFill>
                <a:srgbClr val="FFCFC7"/>
              </a:solidFill>
              <a:latin typeface="Calibri"/>
              <a:cs typeface="Calibri"/>
            </a:endParaRP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Ramesh to nominate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EA1FFB5-3E0E-97C8-716B-BC3CE7CF383F}"/>
              </a:ext>
            </a:extLst>
          </p:cNvPr>
          <p:cNvSpPr txBox="1"/>
          <p:nvPr/>
        </p:nvSpPr>
        <p:spPr>
          <a:xfrm>
            <a:off x="9349247" y="1641578"/>
            <a:ext cx="1727200" cy="14666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08DF574E-9988-99A0-01E8-3E2D4E227693}"/>
              </a:ext>
            </a:extLst>
          </p:cNvPr>
          <p:cNvSpPr/>
          <p:nvPr/>
        </p:nvSpPr>
        <p:spPr>
          <a:xfrm>
            <a:off x="3190770" y="2290529"/>
            <a:ext cx="1422282" cy="681146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2127810-D665-97EF-CB40-273427580885}"/>
              </a:ext>
            </a:extLst>
          </p:cNvPr>
          <p:cNvSpPr txBox="1"/>
          <p:nvPr/>
        </p:nvSpPr>
        <p:spPr>
          <a:xfrm>
            <a:off x="3171985" y="2283384"/>
            <a:ext cx="1458926" cy="68114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 AI Assurance &amp; Governance
</a:t>
            </a:r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A16C0CC1-6FBA-0C82-013C-B03BA941E6F1}"/>
              </a:ext>
            </a:extLst>
          </p:cNvPr>
          <p:cNvCxnSpPr/>
          <p:nvPr/>
        </p:nvCxnSpPr>
        <p:spPr>
          <a:xfrm>
            <a:off x="3925277" y="2163528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B8296096-E305-8828-AD5E-2ED916FB9501}"/>
              </a:ext>
            </a:extLst>
          </p:cNvPr>
          <p:cNvSpPr txBox="1"/>
          <p:nvPr/>
        </p:nvSpPr>
        <p:spPr>
          <a:xfrm>
            <a:off x="3171985" y="2752264"/>
            <a:ext cx="1401914" cy="9293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endParaRPr lang="en-US" sz="1000" b="1" i="1">
              <a:solidFill>
                <a:srgbClr val="FFCFC7"/>
              </a:solidFill>
              <a:latin typeface="Calibri"/>
              <a:cs typeface="Calibri"/>
            </a:endParaRP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122D7C0B-B8D8-F856-41CE-6CCE81ABC3CD}"/>
              </a:ext>
            </a:extLst>
          </p:cNvPr>
          <p:cNvSpPr/>
          <p:nvPr/>
        </p:nvSpPr>
        <p:spPr>
          <a:xfrm>
            <a:off x="4174346" y="4913259"/>
            <a:ext cx="1693333" cy="1270000"/>
          </a:xfrm>
          <a:prstGeom prst="round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722A2E9-E140-A39B-B8B3-5D255C4007E7}"/>
              </a:ext>
            </a:extLst>
          </p:cNvPr>
          <p:cNvSpPr txBox="1"/>
          <p:nvPr/>
        </p:nvSpPr>
        <p:spPr>
          <a:xfrm>
            <a:off x="4237846" y="5014859"/>
            <a:ext cx="1566333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Fine-tuning
</a:t>
            </a:r>
            <a:endParaRPr lang="en-US" sz="1050" b="1">
              <a:solidFill>
                <a:srgbClr val="FECFC7"/>
              </a:solidFill>
              <a:latin typeface="Calibri"/>
              <a:cs typeface="Calibri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CAF6BB4-9A91-DDEA-CB3B-5D20D938769B}"/>
              </a:ext>
            </a:extLst>
          </p:cNvPr>
          <p:cNvSpPr txBox="1"/>
          <p:nvPr/>
        </p:nvSpPr>
        <p:spPr>
          <a:xfrm>
            <a:off x="4237846" y="5472059"/>
            <a:ext cx="1566333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850">
                <a:solidFill>
                  <a:srgbClr val="EFF7FA"/>
                </a:solidFill>
                <a:latin typeface="Calibri"/>
                <a:cs typeface="Calibri"/>
              </a:rPr>
              <a:t>Fine—tuning of deployed models w/ Uniphore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C909FF89-FA60-C6DB-6708-0D954F8DEC54}"/>
              </a:ext>
            </a:extLst>
          </p:cNvPr>
          <p:cNvCxnSpPr/>
          <p:nvPr/>
        </p:nvCxnSpPr>
        <p:spPr>
          <a:xfrm>
            <a:off x="5080003" y="4786259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73">
            <a:extLst>
              <a:ext uri="{FF2B5EF4-FFF2-40B4-BE49-F238E27FC236}">
                <a16:creationId xmlns:a16="http://schemas.microsoft.com/office/drawing/2014/main" id="{B5C5532B-CC32-3CCE-7A8E-A04DF9009D2B}"/>
              </a:ext>
            </a:extLst>
          </p:cNvPr>
          <p:cNvSpPr txBox="1"/>
          <p:nvPr/>
        </p:nvSpPr>
        <p:spPr>
          <a:xfrm>
            <a:off x="1653633" y="2725629"/>
            <a:ext cx="1458000" cy="14666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 b="1" i="1">
              <a:solidFill>
                <a:srgbClr val="FFCFC7"/>
              </a:solidFill>
              <a:latin typeface="Calibri"/>
              <a:cs typeface="Calibri"/>
            </a:endParaRP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7507D7-7074-44D8-D7F8-F92DC080CCA6}"/>
              </a:ext>
            </a:extLst>
          </p:cNvPr>
          <p:cNvCxnSpPr>
            <a:cxnSpLocks/>
          </p:cNvCxnSpPr>
          <p:nvPr/>
        </p:nvCxnSpPr>
        <p:spPr>
          <a:xfrm flipH="1">
            <a:off x="897511" y="2993231"/>
            <a:ext cx="606" cy="17747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171B56-5893-FC52-6BA2-02E4F5D649D2}"/>
              </a:ext>
            </a:extLst>
          </p:cNvPr>
          <p:cNvSpPr/>
          <p:nvPr/>
        </p:nvSpPr>
        <p:spPr>
          <a:xfrm>
            <a:off x="6474340" y="2291160"/>
            <a:ext cx="1404424" cy="680532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922C26-AF25-4CB3-36CF-6612B90F00A4}"/>
              </a:ext>
            </a:extLst>
          </p:cNvPr>
          <p:cNvSpPr txBox="1"/>
          <p:nvPr/>
        </p:nvSpPr>
        <p:spPr>
          <a:xfrm>
            <a:off x="6432204" y="2153047"/>
            <a:ext cx="1497669" cy="7620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 UK Sovereign AI</a:t>
            </a:r>
            <a:endParaRPr lang="en-US" sz="11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33A6B8-15EA-9841-C07D-5A1E1BE7A279}"/>
              </a:ext>
            </a:extLst>
          </p:cNvPr>
          <p:cNvCxnSpPr/>
          <p:nvPr/>
        </p:nvCxnSpPr>
        <p:spPr>
          <a:xfrm>
            <a:off x="7133183" y="2167986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027A75F-8230-CA43-78F3-925B76753CC1}"/>
              </a:ext>
            </a:extLst>
          </p:cNvPr>
          <p:cNvSpPr txBox="1"/>
          <p:nvPr/>
        </p:nvSpPr>
        <p:spPr>
          <a:xfrm>
            <a:off x="6566030" y="2711612"/>
            <a:ext cx="1339179" cy="14666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endParaRPr lang="en-US" sz="1000" b="1" i="1">
              <a:solidFill>
                <a:srgbClr val="FFCFC7"/>
              </a:solidFill>
              <a:latin typeface="Calibri"/>
              <a:cs typeface="Calibri"/>
            </a:endParaRP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</p:spTree>
    <p:extLst>
      <p:ext uri="{BB962C8B-B14F-4D97-AF65-F5344CB8AC3E}">
        <p14:creationId xmlns:p14="http://schemas.microsoft.com/office/powerpoint/2010/main" val="155212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B5AC1-7367-7B62-CE44-4E741D32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4D115C6A-ADFD-ECF8-71BA-1180F471A335}"/>
              </a:ext>
            </a:extLst>
          </p:cNvPr>
          <p:cNvSpPr txBox="1"/>
          <p:nvPr/>
        </p:nvSpPr>
        <p:spPr>
          <a:xfrm>
            <a:off x="508000" y="292914"/>
            <a:ext cx="1687332" cy="18968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1200" b="1">
                <a:solidFill>
                  <a:srgbClr val="1C7293"/>
                </a:solidFill>
                <a:latin typeface="Calibri"/>
                <a:cs typeface="Calibri"/>
              </a:rPr>
              <a:t>CORE PILLAR — RACKAI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DFEBEE-BAC4-4DEB-CC02-300354DB22B4}"/>
              </a:ext>
            </a:extLst>
          </p:cNvPr>
          <p:cNvSpPr txBox="1"/>
          <p:nvPr/>
        </p:nvSpPr>
        <p:spPr>
          <a:xfrm>
            <a:off x="508000" y="508000"/>
            <a:ext cx="6866191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600" b="1">
                <a:solidFill>
                  <a:srgbClr val="21295C"/>
                </a:solidFill>
                <a:latin typeface="Cambria"/>
              </a:rPr>
              <a:t>RackAI — Product Management Structure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6E0C8264-0622-2F86-F40F-265799F1043A}"/>
              </a:ext>
            </a:extLst>
          </p:cNvPr>
          <p:cNvSpPr/>
          <p:nvPr/>
        </p:nvSpPr>
        <p:spPr>
          <a:xfrm>
            <a:off x="4191000" y="1219200"/>
            <a:ext cx="3810000" cy="685800"/>
          </a:xfrm>
          <a:prstGeom prst="roundRect">
            <a:avLst/>
          </a:prstGeom>
          <a:solidFill>
            <a:srgbClr val="2129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426969-480A-ABFE-E130-AB5226EE22BC}"/>
              </a:ext>
            </a:extLst>
          </p:cNvPr>
          <p:cNvSpPr txBox="1"/>
          <p:nvPr/>
        </p:nvSpPr>
        <p:spPr>
          <a:xfrm>
            <a:off x="4267200" y="1295400"/>
            <a:ext cx="36576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SVP, RackAI Product &amp; Engineering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D57D75-8C3F-8B89-65FA-735330547D3F}"/>
              </a:ext>
            </a:extLst>
          </p:cNvPr>
          <p:cNvSpPr txBox="1"/>
          <p:nvPr/>
        </p:nvSpPr>
        <p:spPr>
          <a:xfrm>
            <a:off x="4267200" y="16383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Chetan Gupta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EB18803E-2A84-0CFA-C5F1-1A161B4DF68E}"/>
              </a:ext>
            </a:extLst>
          </p:cNvPr>
          <p:cNvSpPr/>
          <p:nvPr/>
        </p:nvSpPr>
        <p:spPr>
          <a:xfrm>
            <a:off x="2103420" y="2542318"/>
            <a:ext cx="1458926" cy="682229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7EE8D8A-7FD4-E632-4747-32AEB9D3C148}"/>
              </a:ext>
            </a:extLst>
          </p:cNvPr>
          <p:cNvSpPr txBox="1"/>
          <p:nvPr/>
        </p:nvSpPr>
        <p:spPr>
          <a:xfrm>
            <a:off x="2109367" y="2548668"/>
            <a:ext cx="1458926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
Inference/Serving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D8D8F1A-F3D8-EC94-13CA-5CF93B89151B}"/>
              </a:ext>
            </a:extLst>
          </p:cNvPr>
          <p:cNvSpPr txBox="1"/>
          <p:nvPr/>
        </p:nvSpPr>
        <p:spPr>
          <a:xfrm>
            <a:off x="2136360" y="2964196"/>
            <a:ext cx="1419246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Edward Kerr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34E3BC45-2A92-2ACA-CE9E-5FE057CEA7A5}"/>
              </a:ext>
            </a:extLst>
          </p:cNvPr>
          <p:cNvSpPr/>
          <p:nvPr/>
        </p:nvSpPr>
        <p:spPr>
          <a:xfrm>
            <a:off x="3799038" y="2506869"/>
            <a:ext cx="1404423" cy="717947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04EB2C2-DEEC-776E-8666-9EFA6C306F20}"/>
              </a:ext>
            </a:extLst>
          </p:cNvPr>
          <p:cNvSpPr txBox="1"/>
          <p:nvPr/>
        </p:nvSpPr>
        <p:spPr>
          <a:xfrm>
            <a:off x="3826026" y="2499725"/>
            <a:ext cx="1343985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 AI Harness and Orchestration
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D2FBE3EB-5C45-D189-BA29-71B62660DABD}"/>
              </a:ext>
            </a:extLst>
          </p:cNvPr>
          <p:cNvSpPr/>
          <p:nvPr/>
        </p:nvSpPr>
        <p:spPr>
          <a:xfrm>
            <a:off x="6871937" y="2506869"/>
            <a:ext cx="1404424" cy="680532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D717B1-82AA-1577-269D-0620D4C3B0DD}"/>
              </a:ext>
            </a:extLst>
          </p:cNvPr>
          <p:cNvSpPr txBox="1"/>
          <p:nvPr/>
        </p:nvSpPr>
        <p:spPr>
          <a:xfrm>
            <a:off x="6886643" y="2443368"/>
            <a:ext cx="1304148" cy="851203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 Product Partnership</a:t>
            </a:r>
            <a:endParaRPr lang="en-US" sz="11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C6AAFBAF-548F-EE80-3A70-0AE4B97EE85D}"/>
              </a:ext>
            </a:extLst>
          </p:cNvPr>
          <p:cNvSpPr/>
          <p:nvPr/>
        </p:nvSpPr>
        <p:spPr>
          <a:xfrm>
            <a:off x="2077643" y="3381708"/>
            <a:ext cx="1452047" cy="622697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BFCC7F2-9BD6-0DBE-2B54-9963364A081E}"/>
              </a:ext>
            </a:extLst>
          </p:cNvPr>
          <p:cNvSpPr txBox="1"/>
          <p:nvPr/>
        </p:nvSpPr>
        <p:spPr>
          <a:xfrm>
            <a:off x="635314" y="3101974"/>
            <a:ext cx="1458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 Internal RackAI
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A34C94-E37E-5E54-9A58-48B99E60EFBC}"/>
              </a:ext>
            </a:extLst>
          </p:cNvPr>
          <p:cNvSpPr txBox="1"/>
          <p:nvPr/>
        </p:nvSpPr>
        <p:spPr>
          <a:xfrm>
            <a:off x="6092549" y="2482848"/>
            <a:ext cx="28448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1869052E-7558-7A67-E7B1-E98909AB3BB0}"/>
              </a:ext>
            </a:extLst>
          </p:cNvPr>
          <p:cNvCxnSpPr>
            <a:cxnSpLocks/>
          </p:cNvCxnSpPr>
          <p:nvPr/>
        </p:nvCxnSpPr>
        <p:spPr>
          <a:xfrm>
            <a:off x="6190648" y="1905000"/>
            <a:ext cx="0" cy="448215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D8F24F3-B270-B9E4-3B2D-B96457714AFA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2992420" y="2382270"/>
            <a:ext cx="6127974" cy="6223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6C754FB-CB4B-A2D8-A557-86A66AFE4643}"/>
              </a:ext>
            </a:extLst>
          </p:cNvPr>
          <p:cNvCxnSpPr/>
          <p:nvPr/>
        </p:nvCxnSpPr>
        <p:spPr>
          <a:xfrm>
            <a:off x="3004326" y="2409365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5C3B33BC-2FA9-1D58-E9ED-98FD39780942}"/>
              </a:ext>
            </a:extLst>
          </p:cNvPr>
          <p:cNvCxnSpPr/>
          <p:nvPr/>
        </p:nvCxnSpPr>
        <p:spPr>
          <a:xfrm>
            <a:off x="4664226" y="2379869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DF5897D-6E8B-1670-C05F-5AE6E625C720}"/>
              </a:ext>
            </a:extLst>
          </p:cNvPr>
          <p:cNvCxnSpPr>
            <a:cxnSpLocks/>
          </p:cNvCxnSpPr>
          <p:nvPr/>
        </p:nvCxnSpPr>
        <p:spPr>
          <a:xfrm>
            <a:off x="7540940" y="2353215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BCC4830-A33E-81B0-8BD2-855CF4082261}"/>
              </a:ext>
            </a:extLst>
          </p:cNvPr>
          <p:cNvSpPr txBox="1"/>
          <p:nvPr/>
        </p:nvSpPr>
        <p:spPr>
          <a:xfrm>
            <a:off x="6963628" y="2927320"/>
            <a:ext cx="1072020" cy="169939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endParaRPr lang="en-US" sz="1000" b="1" i="1">
              <a:solidFill>
                <a:srgbClr val="FFCFC7"/>
              </a:solidFill>
              <a:latin typeface="Calibri"/>
              <a:cs typeface="Calibri"/>
            </a:endParaRP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ACAF34D-B5A5-AEF3-C2D0-2D022AEC0F26}"/>
              </a:ext>
            </a:extLst>
          </p:cNvPr>
          <p:cNvSpPr txBox="1"/>
          <p:nvPr/>
        </p:nvSpPr>
        <p:spPr>
          <a:xfrm>
            <a:off x="2077642" y="3736137"/>
            <a:ext cx="1458000" cy="14666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endParaRPr lang="en-US" sz="1000" b="1" i="1">
              <a:solidFill>
                <a:srgbClr val="FFCFC7"/>
              </a:solidFill>
              <a:latin typeface="Calibri"/>
              <a:cs typeface="Calibri"/>
            </a:endParaRP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Ramesh to nominate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128F1502-7199-F8DD-96B9-561579102263}"/>
              </a:ext>
            </a:extLst>
          </p:cNvPr>
          <p:cNvSpPr/>
          <p:nvPr/>
        </p:nvSpPr>
        <p:spPr>
          <a:xfrm>
            <a:off x="5321516" y="2515494"/>
            <a:ext cx="1422282" cy="681146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59C8F29-866C-2AC1-49A8-2107E99F5340}"/>
              </a:ext>
            </a:extLst>
          </p:cNvPr>
          <p:cNvSpPr txBox="1"/>
          <p:nvPr/>
        </p:nvSpPr>
        <p:spPr>
          <a:xfrm>
            <a:off x="5302731" y="2508349"/>
            <a:ext cx="1458926" cy="68114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 AI Assurance and Governance
</a:t>
            </a:r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CCD76E71-024C-D95E-D9D2-4B8EFA25FB78}"/>
              </a:ext>
            </a:extLst>
          </p:cNvPr>
          <p:cNvCxnSpPr/>
          <p:nvPr/>
        </p:nvCxnSpPr>
        <p:spPr>
          <a:xfrm>
            <a:off x="6056023" y="2388493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07D42BFF-EC6C-03C4-6FE8-91DAE9DAB62D}"/>
              </a:ext>
            </a:extLst>
          </p:cNvPr>
          <p:cNvSpPr txBox="1"/>
          <p:nvPr/>
        </p:nvSpPr>
        <p:spPr>
          <a:xfrm>
            <a:off x="5302731" y="2977229"/>
            <a:ext cx="1401914" cy="9293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endParaRPr lang="en-US" sz="1000" b="1" i="1">
              <a:solidFill>
                <a:srgbClr val="FFCFC7"/>
              </a:solidFill>
              <a:latin typeface="Calibri"/>
              <a:cs typeface="Calibri"/>
            </a:endParaRP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  <p:sp>
        <p:nvSpPr>
          <p:cNvPr id="13" name="TextBox 173">
            <a:extLst>
              <a:ext uri="{FF2B5EF4-FFF2-40B4-BE49-F238E27FC236}">
                <a16:creationId xmlns:a16="http://schemas.microsoft.com/office/drawing/2014/main" id="{8A9B3010-3C03-0B64-A414-F55C25C089F1}"/>
              </a:ext>
            </a:extLst>
          </p:cNvPr>
          <p:cNvSpPr txBox="1"/>
          <p:nvPr/>
        </p:nvSpPr>
        <p:spPr>
          <a:xfrm>
            <a:off x="3825019" y="2950594"/>
            <a:ext cx="1458000" cy="14666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 b="1" i="1">
              <a:solidFill>
                <a:srgbClr val="FFCFC7"/>
              </a:solidFill>
              <a:latin typeface="Calibri"/>
              <a:cs typeface="Calibri"/>
            </a:endParaRP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96E3A2-9D67-432B-E677-38329CB185B2}"/>
              </a:ext>
            </a:extLst>
          </p:cNvPr>
          <p:cNvCxnSpPr/>
          <p:nvPr/>
        </p:nvCxnSpPr>
        <p:spPr>
          <a:xfrm>
            <a:off x="2793686" y="3213433"/>
            <a:ext cx="11906" cy="17859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0CB860-9BF5-B688-41A0-4E64A6667644}"/>
              </a:ext>
            </a:extLst>
          </p:cNvPr>
          <p:cNvSpPr txBox="1"/>
          <p:nvPr/>
        </p:nvSpPr>
        <p:spPr>
          <a:xfrm>
            <a:off x="2064686" y="3302729"/>
            <a:ext cx="1458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 Internal RackAI
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4FAD40C-991E-DF88-371B-71A8CB3B5A29}"/>
              </a:ext>
            </a:extLst>
          </p:cNvPr>
          <p:cNvSpPr/>
          <p:nvPr/>
        </p:nvSpPr>
        <p:spPr>
          <a:xfrm>
            <a:off x="8413695" y="2516108"/>
            <a:ext cx="1404424" cy="680532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E1A5D-9ECF-ACB2-ABD6-193007263D7C}"/>
              </a:ext>
            </a:extLst>
          </p:cNvPr>
          <p:cNvSpPr txBox="1"/>
          <p:nvPr/>
        </p:nvSpPr>
        <p:spPr>
          <a:xfrm>
            <a:off x="8371559" y="2388493"/>
            <a:ext cx="1497669" cy="751502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PM UK Sovereign AI</a:t>
            </a:r>
            <a:endParaRPr lang="en-US" sz="11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05C519-1B80-5377-FAF5-AC845BC1711A}"/>
              </a:ext>
            </a:extLst>
          </p:cNvPr>
          <p:cNvCxnSpPr/>
          <p:nvPr/>
        </p:nvCxnSpPr>
        <p:spPr>
          <a:xfrm>
            <a:off x="9072538" y="2392934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3A0BDDC-082E-6454-C578-A6B911E2F6E0}"/>
              </a:ext>
            </a:extLst>
          </p:cNvPr>
          <p:cNvSpPr txBox="1"/>
          <p:nvPr/>
        </p:nvSpPr>
        <p:spPr>
          <a:xfrm>
            <a:off x="8505385" y="2936560"/>
            <a:ext cx="1339179" cy="14666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endParaRPr lang="en-US" sz="1000" b="1" i="1">
              <a:solidFill>
                <a:srgbClr val="FFCFC7"/>
              </a:solidFill>
              <a:latin typeface="Calibri"/>
              <a:cs typeface="Calibri"/>
            </a:endParaRPr>
          </a:p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</p:spTree>
    <p:extLst>
      <p:ext uri="{BB962C8B-B14F-4D97-AF65-F5344CB8AC3E}">
        <p14:creationId xmlns:p14="http://schemas.microsoft.com/office/powerpoint/2010/main" val="4074060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B516A-6CD8-112F-7EB5-F6D874960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E1BFA82C-CF0F-5033-D92A-3BC69F7F07A4}"/>
              </a:ext>
            </a:extLst>
          </p:cNvPr>
          <p:cNvSpPr txBox="1"/>
          <p:nvPr/>
        </p:nvSpPr>
        <p:spPr>
          <a:xfrm>
            <a:off x="508000" y="292914"/>
            <a:ext cx="1687332" cy="18968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1200" b="1">
                <a:solidFill>
                  <a:srgbClr val="1C7293"/>
                </a:solidFill>
                <a:latin typeface="Calibri"/>
                <a:cs typeface="Calibri"/>
              </a:rPr>
              <a:t>CORE PILLAR — RACKAI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7DEFE2-DC0A-55E1-2A7F-B02D8A61A037}"/>
              </a:ext>
            </a:extLst>
          </p:cNvPr>
          <p:cNvSpPr txBox="1"/>
          <p:nvPr/>
        </p:nvSpPr>
        <p:spPr>
          <a:xfrm>
            <a:off x="508000" y="508000"/>
            <a:ext cx="6866191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600" b="1">
                <a:solidFill>
                  <a:srgbClr val="21295C"/>
                </a:solidFill>
                <a:latin typeface="Cambria"/>
              </a:rPr>
              <a:t>RackAI — Engineering Structure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BA2C7336-8051-A898-0BD7-9C43AAFBB21C}"/>
              </a:ext>
            </a:extLst>
          </p:cNvPr>
          <p:cNvSpPr/>
          <p:nvPr/>
        </p:nvSpPr>
        <p:spPr>
          <a:xfrm>
            <a:off x="4638576" y="1023208"/>
            <a:ext cx="2838819" cy="852943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B4FFEF-2933-D4A2-65D9-AC9CC604FFDA}"/>
              </a:ext>
            </a:extLst>
          </p:cNvPr>
          <p:cNvSpPr txBox="1"/>
          <p:nvPr/>
        </p:nvSpPr>
        <p:spPr>
          <a:xfrm>
            <a:off x="4632596" y="1124808"/>
            <a:ext cx="28448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1FA847F-E9A9-FD2C-D263-E11943BE6FA1}"/>
              </a:ext>
            </a:extLst>
          </p:cNvPr>
          <p:cNvSpPr txBox="1"/>
          <p:nvPr/>
        </p:nvSpPr>
        <p:spPr>
          <a:xfrm>
            <a:off x="4632596" y="1451540"/>
            <a:ext cx="2844800" cy="363477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en-US" sz="1000" b="1" i="1">
                <a:solidFill>
                  <a:srgbClr val="FFCFC7"/>
                </a:solidFill>
                <a:latin typeface="Calibri"/>
                <a:cs typeface="Calibri"/>
              </a:rPr>
              <a:t>Jovan Rajapakse</a:t>
            </a:r>
          </a:p>
          <a:p>
            <a:pPr algn="ctr"/>
            <a:r>
              <a:rPr lang="en-US" sz="1000" b="1">
                <a:solidFill>
                  <a:srgbClr val="FFCFC7"/>
                </a:solidFill>
                <a:latin typeface="Calibri"/>
                <a:cs typeface="Calibri"/>
              </a:rPr>
              <a:t>[13/30]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90CAD947-6140-44AB-7352-EF58CD4D38FC}"/>
              </a:ext>
            </a:extLst>
          </p:cNvPr>
          <p:cNvSpPr/>
          <p:nvPr/>
        </p:nvSpPr>
        <p:spPr>
          <a:xfrm>
            <a:off x="8077130" y="3356182"/>
            <a:ext cx="1693333" cy="679102"/>
          </a:xfrm>
          <a:prstGeom prst="round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AA8B714-6274-1EE7-7F3F-BA535BF65F09}"/>
              </a:ext>
            </a:extLst>
          </p:cNvPr>
          <p:cNvSpPr txBox="1"/>
          <p:nvPr/>
        </p:nvSpPr>
        <p:spPr>
          <a:xfrm>
            <a:off x="8140630" y="3457782"/>
            <a:ext cx="1566333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Governance and Assurance
</a:t>
            </a:r>
            <a:r>
              <a:rPr lang="en-US" sz="1050" b="1">
                <a:solidFill>
                  <a:srgbClr val="FECFC7"/>
                </a:solidFill>
                <a:latin typeface="Calibri"/>
                <a:cs typeface="Calibri"/>
              </a:rPr>
              <a:t>(0/4)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3ACED8D9-0226-0BFD-EB1E-64030BE37566}"/>
              </a:ext>
            </a:extLst>
          </p:cNvPr>
          <p:cNvSpPr/>
          <p:nvPr/>
        </p:nvSpPr>
        <p:spPr>
          <a:xfrm>
            <a:off x="125144" y="3316366"/>
            <a:ext cx="1693333" cy="685795"/>
          </a:xfrm>
          <a:prstGeom prst="round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B99267-154D-3272-04DE-1780B31D32E1}"/>
              </a:ext>
            </a:extLst>
          </p:cNvPr>
          <p:cNvSpPr txBox="1"/>
          <p:nvPr/>
        </p:nvSpPr>
        <p:spPr>
          <a:xfrm>
            <a:off x="188644" y="3417966"/>
            <a:ext cx="1566333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RackAI Platform
</a:t>
            </a:r>
            <a:r>
              <a:rPr lang="en-US" sz="1050" b="1">
                <a:solidFill>
                  <a:srgbClr val="FECFC7"/>
                </a:solidFill>
                <a:latin typeface="Calibri"/>
                <a:cs typeface="Calibri"/>
              </a:rPr>
              <a:t>(10/11]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AFB8D541-D27D-071D-1A0D-496FE0981A94}"/>
              </a:ext>
            </a:extLst>
          </p:cNvPr>
          <p:cNvSpPr/>
          <p:nvPr/>
        </p:nvSpPr>
        <p:spPr>
          <a:xfrm>
            <a:off x="2006931" y="3316366"/>
            <a:ext cx="1693333" cy="685794"/>
          </a:xfrm>
          <a:prstGeom prst="round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5C25032-192F-1184-8528-70DA5D69D879}"/>
              </a:ext>
            </a:extLst>
          </p:cNvPr>
          <p:cNvSpPr txBox="1"/>
          <p:nvPr/>
        </p:nvSpPr>
        <p:spPr>
          <a:xfrm>
            <a:off x="2070431" y="3417966"/>
            <a:ext cx="1566333" cy="4318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Inference
</a:t>
            </a:r>
            <a:r>
              <a:rPr lang="en-US" sz="1050" b="1">
                <a:solidFill>
                  <a:srgbClr val="FECFC7"/>
                </a:solidFill>
                <a:latin typeface="Calibri"/>
                <a:cs typeface="Calibri"/>
              </a:rPr>
              <a:t>(2/8)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385BC9ED-2D3D-03F9-899C-2ADE520215CE}"/>
              </a:ext>
            </a:extLst>
          </p:cNvPr>
          <p:cNvSpPr/>
          <p:nvPr/>
        </p:nvSpPr>
        <p:spPr>
          <a:xfrm>
            <a:off x="6127080" y="3326678"/>
            <a:ext cx="1693333" cy="679102"/>
          </a:xfrm>
          <a:prstGeom prst="round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BA0A3B7-A22E-5149-CA68-30A7E7AE97C0}"/>
              </a:ext>
            </a:extLst>
          </p:cNvPr>
          <p:cNvSpPr txBox="1"/>
          <p:nvPr/>
        </p:nvSpPr>
        <p:spPr>
          <a:xfrm>
            <a:off x="6190580" y="3428278"/>
            <a:ext cx="1566333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Harness and Orchestration
</a:t>
            </a:r>
            <a:r>
              <a:rPr lang="en-US" sz="1050" b="1">
                <a:solidFill>
                  <a:srgbClr val="FECFC7"/>
                </a:solidFill>
                <a:latin typeface="Calibri"/>
                <a:cs typeface="Calibri"/>
              </a:rPr>
              <a:t>(0/2)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4F63530-FD82-C77B-B234-36FD9D4FF24C}"/>
              </a:ext>
            </a:extLst>
          </p:cNvPr>
          <p:cNvSpPr txBox="1"/>
          <p:nvPr/>
        </p:nvSpPr>
        <p:spPr>
          <a:xfrm>
            <a:off x="508000" y="6350000"/>
            <a:ext cx="3193845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900">
                <a:solidFill>
                  <a:srgbClr val="5C7A88"/>
                </a:solidFill>
                <a:latin typeface="Calibri"/>
                <a:cs typeface="Calibri"/>
              </a:rPr>
              <a:t>Rackspace Technology  |  Confidential — Internal Strategy Draft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1D546C5-0D69-7D45-84E5-DAEB64C57262}"/>
              </a:ext>
            </a:extLst>
          </p:cNvPr>
          <p:cNvCxnSpPr/>
          <p:nvPr/>
        </p:nvCxnSpPr>
        <p:spPr>
          <a:xfrm>
            <a:off x="6094180" y="1855749"/>
            <a:ext cx="0" cy="2286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E4F5B2C-748C-C897-A14B-C0DE26217A6D}"/>
              </a:ext>
            </a:extLst>
          </p:cNvPr>
          <p:cNvCxnSpPr>
            <a:cxnSpLocks/>
          </p:cNvCxnSpPr>
          <p:nvPr/>
        </p:nvCxnSpPr>
        <p:spPr>
          <a:xfrm flipV="1">
            <a:off x="997756" y="3166564"/>
            <a:ext cx="3778044" cy="9828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72B2FB68-E44F-763F-26C2-8FD17CE6A675}"/>
              </a:ext>
            </a:extLst>
          </p:cNvPr>
          <p:cNvCxnSpPr/>
          <p:nvPr/>
        </p:nvCxnSpPr>
        <p:spPr>
          <a:xfrm>
            <a:off x="8923796" y="3229182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E37CCD09-08D5-CE0B-4E88-D945D9D81D68}"/>
              </a:ext>
            </a:extLst>
          </p:cNvPr>
          <p:cNvCxnSpPr/>
          <p:nvPr/>
        </p:nvCxnSpPr>
        <p:spPr>
          <a:xfrm>
            <a:off x="971811" y="3189366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23955E8-89B0-1D53-AF26-6DFE8E7F8666}"/>
              </a:ext>
            </a:extLst>
          </p:cNvPr>
          <p:cNvCxnSpPr/>
          <p:nvPr/>
        </p:nvCxnSpPr>
        <p:spPr>
          <a:xfrm>
            <a:off x="2853598" y="3189366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3FDB96D-5F5B-6AD3-2BD6-A4E8A1B47BE1}"/>
              </a:ext>
            </a:extLst>
          </p:cNvPr>
          <p:cNvCxnSpPr/>
          <p:nvPr/>
        </p:nvCxnSpPr>
        <p:spPr>
          <a:xfrm>
            <a:off x="7001456" y="3199678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51FC209-C2F1-2E8C-C7CA-5EC54FC8812B}"/>
              </a:ext>
            </a:extLst>
          </p:cNvPr>
          <p:cNvCxnSpPr>
            <a:cxnSpLocks/>
          </p:cNvCxnSpPr>
          <p:nvPr/>
        </p:nvCxnSpPr>
        <p:spPr>
          <a:xfrm>
            <a:off x="2923504" y="2084349"/>
            <a:ext cx="7795977" cy="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6C30E831-618E-684D-FE62-639EE8047C59}"/>
              </a:ext>
            </a:extLst>
          </p:cNvPr>
          <p:cNvCxnSpPr/>
          <p:nvPr/>
        </p:nvCxnSpPr>
        <p:spPr>
          <a:xfrm>
            <a:off x="2923504" y="2092015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79FD658F-E1BE-11AD-E01B-A61C93778ACC}"/>
              </a:ext>
            </a:extLst>
          </p:cNvPr>
          <p:cNvSpPr/>
          <p:nvPr/>
        </p:nvSpPr>
        <p:spPr>
          <a:xfrm>
            <a:off x="1720421" y="2198108"/>
            <a:ext cx="2286000" cy="893423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3ADE14D-D7A0-168A-4110-A99D5015D5DD}"/>
              </a:ext>
            </a:extLst>
          </p:cNvPr>
          <p:cNvSpPr txBox="1"/>
          <p:nvPr/>
        </p:nvSpPr>
        <p:spPr>
          <a:xfrm>
            <a:off x="1796621" y="2248909"/>
            <a:ext cx="2133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Calibri"/>
                <a:cs typeface="Calibri"/>
              </a:rPr>
              <a:t>AI Inference and Serving
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A5DB187-61BE-7A24-2C23-0753E49F607A}"/>
              </a:ext>
            </a:extLst>
          </p:cNvPr>
          <p:cNvSpPr txBox="1"/>
          <p:nvPr/>
        </p:nvSpPr>
        <p:spPr>
          <a:xfrm>
            <a:off x="1720421" y="2640896"/>
            <a:ext cx="2286000" cy="22531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900" b="1">
                <a:solidFill>
                  <a:srgbClr val="FECFC7"/>
                </a:solidFill>
                <a:latin typeface="Calibri"/>
                <a:cs typeface="Calibri"/>
              </a:rPr>
              <a:t>REQ - Director, AI Inference and Serving</a:t>
            </a:r>
          </a:p>
          <a:p>
            <a:pPr algn="ctr"/>
            <a:r>
              <a:rPr lang="en-US" sz="900" b="1">
                <a:solidFill>
                  <a:srgbClr val="FECFC7"/>
                </a:solidFill>
                <a:latin typeface="Calibri"/>
                <a:cs typeface="Calibri"/>
              </a:rPr>
              <a:t>[0/1]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3B21E54-6E6C-BB15-51B7-8036A68ED875}"/>
              </a:ext>
            </a:extLst>
          </p:cNvPr>
          <p:cNvCxnSpPr>
            <a:cxnSpLocks/>
          </p:cNvCxnSpPr>
          <p:nvPr/>
        </p:nvCxnSpPr>
        <p:spPr>
          <a:xfrm flipH="1">
            <a:off x="1858345" y="3082990"/>
            <a:ext cx="8202" cy="93402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8EA1D3E-3834-CE98-F63C-C423A9CB23F4}"/>
              </a:ext>
            </a:extLst>
          </p:cNvPr>
          <p:cNvCxnSpPr/>
          <p:nvPr/>
        </p:nvCxnSpPr>
        <p:spPr>
          <a:xfrm>
            <a:off x="8049292" y="2100556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AFC30D31-B62D-5315-9168-1AA4F406E33B}"/>
              </a:ext>
            </a:extLst>
          </p:cNvPr>
          <p:cNvSpPr/>
          <p:nvPr/>
        </p:nvSpPr>
        <p:spPr>
          <a:xfrm>
            <a:off x="6846209" y="2206649"/>
            <a:ext cx="2286000" cy="887545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2D37FB8-1180-DF12-6733-EFBF38740F43}"/>
              </a:ext>
            </a:extLst>
          </p:cNvPr>
          <p:cNvSpPr txBox="1"/>
          <p:nvPr/>
        </p:nvSpPr>
        <p:spPr>
          <a:xfrm>
            <a:off x="6846208" y="2257450"/>
            <a:ext cx="2286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Calibri"/>
                <a:cs typeface="Calibri"/>
              </a:rPr>
              <a:t>AI Harness, Orchestration and Governance 
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8EF8CB45-FBD2-56BE-925B-B423EC2B4622}"/>
              </a:ext>
            </a:extLst>
          </p:cNvPr>
          <p:cNvCxnSpPr>
            <a:cxnSpLocks/>
          </p:cNvCxnSpPr>
          <p:nvPr/>
        </p:nvCxnSpPr>
        <p:spPr>
          <a:xfrm>
            <a:off x="8054212" y="3091531"/>
            <a:ext cx="0" cy="138178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6FC85951-4EB5-D7C1-40C1-E3046B2511C9}"/>
              </a:ext>
            </a:extLst>
          </p:cNvPr>
          <p:cNvCxnSpPr>
            <a:cxnSpLocks/>
          </p:cNvCxnSpPr>
          <p:nvPr/>
        </p:nvCxnSpPr>
        <p:spPr>
          <a:xfrm>
            <a:off x="6977004" y="3195420"/>
            <a:ext cx="1965666" cy="9787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82142D1-276C-3654-B4D0-A6E49347641E}"/>
              </a:ext>
            </a:extLst>
          </p:cNvPr>
          <p:cNvSpPr txBox="1"/>
          <p:nvPr/>
        </p:nvSpPr>
        <p:spPr>
          <a:xfrm>
            <a:off x="6912297" y="2760300"/>
            <a:ext cx="2286000" cy="22531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900" b="1">
                <a:solidFill>
                  <a:srgbClr val="FFCFC7"/>
                </a:solidFill>
                <a:latin typeface="Calibri"/>
                <a:cs typeface="Calibri"/>
              </a:rPr>
              <a:t>REQ - Director, AI Harness,  Orchestration and Governance</a:t>
            </a:r>
          </a:p>
          <a:p>
            <a:pPr algn="ctr"/>
            <a:r>
              <a:rPr lang="en-US" sz="900" b="1">
                <a:solidFill>
                  <a:srgbClr val="FFCFC7"/>
                </a:solidFill>
                <a:latin typeface="Calibri"/>
                <a:cs typeface="Calibri"/>
              </a:rPr>
              <a:t>[0/1]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FC714-6852-5969-4F0C-2ACB5BC91965}"/>
              </a:ext>
            </a:extLst>
          </p:cNvPr>
          <p:cNvSpPr txBox="1"/>
          <p:nvPr/>
        </p:nvSpPr>
        <p:spPr>
          <a:xfrm>
            <a:off x="2038946" y="4087597"/>
            <a:ext cx="1680527" cy="2124462"/>
          </a:xfrm>
          <a:prstGeom prst="rect">
            <a:avLst/>
          </a:prstGeom>
          <a:solidFill>
            <a:srgbClr val="1E8DB5"/>
          </a:solidFill>
          <a:ln>
            <a:solidFill>
              <a:srgbClr val="1C7293"/>
            </a:solidFill>
            <a:prstDash val="dash"/>
          </a:ln>
        </p:spPr>
        <p:txBody>
          <a:bodyPr vertOverflow="overflow" vert="horz" wrap="square" lIns="91440" tIns="45720" rIns="91440" bIns="45720" rtlCol="0" anchor="t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Alberto Ferrer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Deshna Shah</a:t>
            </a:r>
            <a:endParaRPr lang="en-US" sz="8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0C8"/>
                </a:solidFill>
                <a:latin typeface="Calibri"/>
                <a:cs typeface="Calibri"/>
              </a:rPr>
              <a:t>REQ – Senior Manager, Model Inferencing and Fine-Tuning</a:t>
            </a:r>
            <a:endParaRPr lang="en-US" sz="800" b="1">
              <a:solidFill>
                <a:srgbClr val="FFD0C8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0C8"/>
                </a:solidFill>
                <a:latin typeface="Calibri"/>
                <a:cs typeface="Calibri"/>
              </a:rPr>
              <a:t>REQ –Inference Optimization Engineer IV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0C8"/>
                </a:solidFill>
                <a:latin typeface="Calibri"/>
                <a:cs typeface="Calibri"/>
              </a:rPr>
              <a:t>REQ – Inference Optimization Engineer V</a:t>
            </a:r>
            <a:endParaRPr lang="en-US" sz="800" b="1">
              <a:solidFill>
                <a:srgbClr val="FFD0C8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0C8"/>
                </a:solidFill>
                <a:cs typeface="Calibri"/>
              </a:rPr>
              <a:t>REQ - R-23629 S/W Dev IV – change to Inference Optimization Engineer IV</a:t>
            </a:r>
            <a:endParaRPr lang="en-US" sz="800" b="1">
              <a:solidFill>
                <a:srgbClr val="FFD0C8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0C8"/>
                </a:solidFill>
                <a:cs typeface="Calibri"/>
              </a:rPr>
              <a:t>REQ – S/W Dev III (C) – HGS – change to Inference Optimization Engineer III</a:t>
            </a:r>
            <a:endParaRPr lang="en-US" sz="800" b="1">
              <a:solidFill>
                <a:srgbClr val="FFD0C8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0C8"/>
                </a:solidFill>
                <a:cs typeface="Calibri"/>
              </a:rPr>
              <a:t>REQ – S/W Dev III (C) - HGS – change to Inference Optimization Engineer III</a:t>
            </a:r>
            <a:endParaRPr lang="en-US" sz="800" b="1">
              <a:solidFill>
                <a:srgbClr val="FFD0C8"/>
              </a:solidFill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BAEE47-D771-C396-57C7-0877A7C07A4D}"/>
              </a:ext>
            </a:extLst>
          </p:cNvPr>
          <p:cNvSpPr txBox="1"/>
          <p:nvPr/>
        </p:nvSpPr>
        <p:spPr>
          <a:xfrm>
            <a:off x="152456" y="4087598"/>
            <a:ext cx="1693333" cy="1461451"/>
          </a:xfrm>
          <a:prstGeom prst="rect">
            <a:avLst/>
          </a:prstGeom>
          <a:solidFill>
            <a:srgbClr val="1E8DB5"/>
          </a:solidFill>
          <a:ln>
            <a:solidFill>
              <a:srgbClr val="1C7293"/>
            </a:solidFill>
            <a:prstDash val="dash"/>
          </a:ln>
        </p:spPr>
        <p:txBody>
          <a:bodyPr vertOverflow="overflow" vert="horz" wrap="square" rtlCol="0" anchor="t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Erik Ljungstrom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Abhimanyu Sharma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err="1">
                <a:solidFill>
                  <a:schemeClr val="bg1"/>
                </a:solidFill>
                <a:latin typeface="Calibri"/>
                <a:cs typeface="Calibri"/>
              </a:rPr>
              <a:t>Pandiyaraja</a:t>
            </a: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 Ramamoorthy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Mohammed Imran Kasab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Paavan Shanbhag (C)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Ajay Bedre </a:t>
            </a:r>
            <a:r>
              <a:rPr lang="en-US" sz="800" b="1">
                <a:solidFill>
                  <a:schemeClr val="bg1"/>
                </a:solidFill>
                <a:cs typeface="Calibri"/>
              </a:rPr>
              <a:t>(C)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Kim Nguy </a:t>
            </a:r>
            <a:r>
              <a:rPr lang="en-US" sz="800" b="1">
                <a:solidFill>
                  <a:schemeClr val="bg1"/>
                </a:solidFill>
                <a:cs typeface="Calibri"/>
              </a:rPr>
              <a:t>(C)</a:t>
            </a:r>
            <a:endParaRPr lang="en-US" sz="800" b="1">
              <a:solidFill>
                <a:schemeClr val="bg1"/>
              </a:solidFill>
              <a:latin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err="1">
                <a:solidFill>
                  <a:schemeClr val="bg1"/>
                </a:solidFill>
                <a:latin typeface="Calibri"/>
                <a:cs typeface="Calibri"/>
              </a:rPr>
              <a:t>Neelava</a:t>
            </a: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800" b="1" err="1">
                <a:solidFill>
                  <a:schemeClr val="bg1"/>
                </a:solidFill>
                <a:latin typeface="Calibri"/>
                <a:cs typeface="Calibri"/>
              </a:rPr>
              <a:t>Chaterjee</a:t>
            </a: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800" b="1">
                <a:solidFill>
                  <a:schemeClr val="bg1"/>
                </a:solidFill>
                <a:cs typeface="Calibri"/>
              </a:rPr>
              <a:t>(C)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Rajendra Gosavi </a:t>
            </a:r>
            <a:r>
              <a:rPr lang="en-US" sz="800" b="1">
                <a:solidFill>
                  <a:schemeClr val="bg1"/>
                </a:solidFill>
                <a:cs typeface="Calibri"/>
              </a:rPr>
              <a:t>(C)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bg1"/>
                </a:solidFill>
                <a:latin typeface="Calibri"/>
                <a:cs typeface="Calibri"/>
              </a:rPr>
              <a:t>Rohit Rajak </a:t>
            </a:r>
            <a:r>
              <a:rPr lang="en-US" sz="800" b="1">
                <a:solidFill>
                  <a:schemeClr val="bg1"/>
                </a:solidFill>
                <a:cs typeface="Calibri"/>
              </a:rPr>
              <a:t>(C)</a:t>
            </a:r>
            <a:endParaRPr lang="en-US" sz="800" b="1">
              <a:solidFill>
                <a:srgbClr val="FFD0C8"/>
              </a:solidFill>
              <a:latin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0C8"/>
                </a:solidFill>
                <a:latin typeface="Calibri"/>
                <a:cs typeface="Calibri"/>
              </a:rPr>
              <a:t>REQ – </a:t>
            </a:r>
            <a:r>
              <a:rPr lang="en-US" sz="800" b="1">
                <a:solidFill>
                  <a:srgbClr val="FFD0C8"/>
                </a:solidFill>
                <a:cs typeface="Calibri"/>
              </a:rPr>
              <a:t>S/W Dev IV </a:t>
            </a:r>
            <a:r>
              <a:rPr lang="en-US" sz="800" b="1">
                <a:solidFill>
                  <a:srgbClr val="FFD0C8"/>
                </a:solidFill>
                <a:latin typeface="Calibri"/>
                <a:cs typeface="Calibri"/>
              </a:rPr>
              <a:t>(C) - HGS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85542-298C-39CA-CB2F-249B0ABFA7D8}"/>
              </a:ext>
            </a:extLst>
          </p:cNvPr>
          <p:cNvSpPr txBox="1"/>
          <p:nvPr/>
        </p:nvSpPr>
        <p:spPr>
          <a:xfrm>
            <a:off x="8074634" y="4120722"/>
            <a:ext cx="1677833" cy="854662"/>
          </a:xfrm>
          <a:prstGeom prst="rect">
            <a:avLst/>
          </a:prstGeom>
          <a:solidFill>
            <a:srgbClr val="1E8DB5"/>
          </a:solidFill>
          <a:ln>
            <a:solidFill>
              <a:srgbClr val="1C7293"/>
            </a:solidFill>
            <a:prstDash val="dash"/>
          </a:ln>
        </p:spPr>
        <p:txBody>
          <a:bodyPr vertOverflow="overflow" vert="horz" wrap="square" rtlCol="0" anchor="t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1C9"/>
                </a:solidFill>
                <a:latin typeface="Calibri"/>
                <a:cs typeface="Calibri"/>
              </a:rPr>
              <a:t>REQ –AI Governance Engineer 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1C9"/>
                </a:solidFill>
                <a:cs typeface="Calibri"/>
              </a:rPr>
              <a:t>REQ –AI Assurance Engineer V</a:t>
            </a:r>
            <a:endParaRPr lang="en-US" sz="800" b="1">
              <a:solidFill>
                <a:srgbClr val="FFD1C9"/>
              </a:solidFill>
              <a:latin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0C8"/>
                </a:solidFill>
                <a:latin typeface="Calibri"/>
                <a:cs typeface="Calibri"/>
              </a:rPr>
              <a:t>REQ – Quality Engineer 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0C8"/>
                </a:solidFill>
                <a:cs typeface="Calibri"/>
              </a:rPr>
              <a:t>REQ – Quality Engineer V</a:t>
            </a:r>
            <a:endParaRPr lang="en-US" sz="800" b="1">
              <a:solidFill>
                <a:srgbClr val="FFD0C8"/>
              </a:solidFill>
              <a:latin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>
              <a:solidFill>
                <a:srgbClr val="1C7293"/>
              </a:solidFill>
              <a:latin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E8DB6B-A3B4-0287-2AA3-8BB234837443}"/>
              </a:ext>
            </a:extLst>
          </p:cNvPr>
          <p:cNvSpPr txBox="1"/>
          <p:nvPr/>
        </p:nvSpPr>
        <p:spPr>
          <a:xfrm>
            <a:off x="6142579" y="4091217"/>
            <a:ext cx="1677834" cy="780586"/>
          </a:xfrm>
          <a:prstGeom prst="rect">
            <a:avLst/>
          </a:prstGeom>
          <a:solidFill>
            <a:srgbClr val="1E8DB5"/>
          </a:solidFill>
          <a:ln>
            <a:solidFill>
              <a:srgbClr val="1C7293"/>
            </a:solidFill>
            <a:prstDash val="dash"/>
          </a:ln>
        </p:spPr>
        <p:txBody>
          <a:bodyPr vertOverflow="overflow" vert="horz" wrap="square" rtlCol="0" anchor="t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1C9"/>
                </a:solidFill>
                <a:latin typeface="Calibri"/>
                <a:cs typeface="Calibri"/>
              </a:rPr>
              <a:t>REQ - Chief Architect, AI Orchestration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rgbClr val="FFD1C9"/>
                </a:solidFill>
                <a:cs typeface="Calibri"/>
              </a:rPr>
              <a:t>REQ – Principal Engineer, AI Harness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951E73A-953E-CBB0-66E9-BC790D56F5FB}"/>
              </a:ext>
            </a:extLst>
          </p:cNvPr>
          <p:cNvCxnSpPr/>
          <p:nvPr/>
        </p:nvCxnSpPr>
        <p:spPr>
          <a:xfrm>
            <a:off x="10719481" y="2095310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C647413-E4BB-4511-8949-CF5139D54528}"/>
              </a:ext>
            </a:extLst>
          </p:cNvPr>
          <p:cNvSpPr/>
          <p:nvPr/>
        </p:nvSpPr>
        <p:spPr>
          <a:xfrm>
            <a:off x="9516398" y="2201403"/>
            <a:ext cx="2286000" cy="887545"/>
          </a:xfrm>
          <a:prstGeom prst="round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1EF3E5-4054-6DE4-9D98-E652DFEFD29C}"/>
              </a:ext>
            </a:extLst>
          </p:cNvPr>
          <p:cNvSpPr txBox="1"/>
          <p:nvPr/>
        </p:nvSpPr>
        <p:spPr>
          <a:xfrm>
            <a:off x="9516397" y="2252204"/>
            <a:ext cx="2286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Calibri"/>
                <a:cs typeface="Calibri"/>
              </a:rPr>
              <a:t>AI Partner Integrations
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5FE93-3460-E35C-7BFD-A2D3A99389FE}"/>
              </a:ext>
            </a:extLst>
          </p:cNvPr>
          <p:cNvSpPr txBox="1"/>
          <p:nvPr/>
        </p:nvSpPr>
        <p:spPr>
          <a:xfrm>
            <a:off x="9450309" y="2651818"/>
            <a:ext cx="2418177" cy="21439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900" b="1">
                <a:solidFill>
                  <a:srgbClr val="FFCFC7"/>
                </a:solidFill>
                <a:latin typeface="Calibri"/>
                <a:cs typeface="Calibri"/>
              </a:rPr>
              <a:t>RE</a:t>
            </a:r>
            <a:r>
              <a:rPr lang="en-US" sz="900" b="1">
                <a:solidFill>
                  <a:srgbClr val="FFD1C9"/>
                </a:solidFill>
                <a:cs typeface="Calibri"/>
              </a:rPr>
              <a:t>Q – Chief Architect, AI Partner Integrations</a:t>
            </a:r>
          </a:p>
          <a:p>
            <a:pPr algn="ctr"/>
            <a:r>
              <a:rPr lang="en-US" sz="900" b="1">
                <a:solidFill>
                  <a:srgbClr val="FFD1C9"/>
                </a:solidFill>
                <a:cs typeface="Calibri"/>
              </a:rPr>
              <a:t>REQ – Lead Solutions Architect, UK Sovereign</a:t>
            </a:r>
          </a:p>
          <a:p>
            <a:pPr algn="ctr"/>
            <a:r>
              <a:rPr lang="en-US" sz="900" b="1">
                <a:solidFill>
                  <a:srgbClr val="FFCFC7"/>
                </a:solidFill>
                <a:latin typeface="Calibri"/>
                <a:cs typeface="Calibri"/>
              </a:rPr>
              <a:t>[0/2]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EEEFFF5-18E8-8459-914D-06D28A4255F3}"/>
              </a:ext>
            </a:extLst>
          </p:cNvPr>
          <p:cNvSpPr/>
          <p:nvPr/>
        </p:nvSpPr>
        <p:spPr>
          <a:xfrm>
            <a:off x="3929133" y="3306538"/>
            <a:ext cx="1693333" cy="685794"/>
          </a:xfrm>
          <a:prstGeom prst="round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404F3E-4F63-1900-E9A6-AD8FE8260F66}"/>
              </a:ext>
            </a:extLst>
          </p:cNvPr>
          <p:cNvSpPr txBox="1"/>
          <p:nvPr/>
        </p:nvSpPr>
        <p:spPr>
          <a:xfrm>
            <a:off x="3992633" y="3408138"/>
            <a:ext cx="1566333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  <a:cs typeface="Calibri"/>
              </a:rPr>
              <a:t>Fine-Tuning
</a:t>
            </a:r>
            <a:endParaRPr lang="en-US" sz="1050" b="1">
              <a:solidFill>
                <a:srgbClr val="FECFC7"/>
              </a:solidFill>
              <a:latin typeface="Calibri"/>
              <a:cs typeface="Calibri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5B80010-FC70-E3D3-3D44-2347321243D6}"/>
              </a:ext>
            </a:extLst>
          </p:cNvPr>
          <p:cNvCxnSpPr/>
          <p:nvPr/>
        </p:nvCxnSpPr>
        <p:spPr>
          <a:xfrm>
            <a:off x="4775800" y="3179538"/>
            <a:ext cx="0" cy="127000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1BF65D6-D5F3-11B2-E7ED-E27D06D242CD}"/>
              </a:ext>
            </a:extLst>
          </p:cNvPr>
          <p:cNvCxnSpPr>
            <a:cxnSpLocks/>
          </p:cNvCxnSpPr>
          <p:nvPr/>
        </p:nvCxnSpPr>
        <p:spPr>
          <a:xfrm flipH="1">
            <a:off x="3780547" y="3073162"/>
            <a:ext cx="8202" cy="93402"/>
          </a:xfrm>
          <a:prstGeom prst="straightConnector1">
            <a:avLst/>
          </a:prstGeom>
          <a:ln w="19050" cap="flat" cmpd="sng" algn="ctr">
            <a:solidFill>
              <a:srgbClr val="9FB7C2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5E79F3A-68CC-3DE5-7B3E-CA9DC88ADF75}"/>
              </a:ext>
            </a:extLst>
          </p:cNvPr>
          <p:cNvSpPr txBox="1"/>
          <p:nvPr/>
        </p:nvSpPr>
        <p:spPr>
          <a:xfrm>
            <a:off x="3929132" y="4077770"/>
            <a:ext cx="1693333" cy="385332"/>
          </a:xfrm>
          <a:prstGeom prst="rect">
            <a:avLst/>
          </a:prstGeom>
          <a:solidFill>
            <a:srgbClr val="1E8DB5"/>
          </a:solidFill>
          <a:ln>
            <a:solidFill>
              <a:srgbClr val="1C7293"/>
            </a:solidFill>
            <a:prstDash val="dash"/>
          </a:ln>
        </p:spPr>
        <p:txBody>
          <a:bodyPr vertOverflow="overflow" vert="horz" wrap="square" rtlCol="0" anchor="t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>
                <a:solidFill>
                  <a:schemeClr val="bg1"/>
                </a:solidFill>
                <a:cs typeface="Calibri"/>
              </a:rPr>
              <a:t>No Reqs required currently – will partner with Uniphore</a:t>
            </a:r>
          </a:p>
        </p:txBody>
      </p:sp>
    </p:spTree>
    <p:extLst>
      <p:ext uri="{BB962C8B-B14F-4D97-AF65-F5344CB8AC3E}">
        <p14:creationId xmlns:p14="http://schemas.microsoft.com/office/powerpoint/2010/main" val="1244291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17C22-4BEA-BD0E-BF70-F8C9DBD83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E2497B85-4E74-B114-C790-FF2D54BE56E8}"/>
              </a:ext>
            </a:extLst>
          </p:cNvPr>
          <p:cNvSpPr txBox="1"/>
          <p:nvPr/>
        </p:nvSpPr>
        <p:spPr>
          <a:xfrm>
            <a:off x="508000" y="292914"/>
            <a:ext cx="1687332" cy="18968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1200" b="1">
                <a:solidFill>
                  <a:srgbClr val="1C7293"/>
                </a:solidFill>
                <a:latin typeface="Calibri"/>
                <a:cs typeface="Calibri"/>
              </a:rPr>
              <a:t>CORE PILLAR — RACKAI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E9E6EE-6C6B-4BD2-AEE7-5DB50164AA65}"/>
              </a:ext>
            </a:extLst>
          </p:cNvPr>
          <p:cNvSpPr txBox="1"/>
          <p:nvPr/>
        </p:nvSpPr>
        <p:spPr>
          <a:xfrm>
            <a:off x="508000" y="508000"/>
            <a:ext cx="6866191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600" b="1">
                <a:solidFill>
                  <a:srgbClr val="21295C"/>
                </a:solidFill>
                <a:latin typeface="Cambria"/>
              </a:rPr>
              <a:t>RackAI — Re-org actions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DC80AD3-76FC-84FD-4DF4-341A9FBA4F1C}"/>
              </a:ext>
            </a:extLst>
          </p:cNvPr>
          <p:cNvSpPr txBox="1"/>
          <p:nvPr/>
        </p:nvSpPr>
        <p:spPr>
          <a:xfrm>
            <a:off x="508000" y="6553200"/>
            <a:ext cx="3193845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900">
                <a:solidFill>
                  <a:srgbClr val="5C7A88"/>
                </a:solidFill>
                <a:latin typeface="Calibri"/>
                <a:cs typeface="Calibri"/>
              </a:rPr>
              <a:t>Rackspace Technology  |  Confidential — Internal Strategy Draft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F7878D-0937-8481-A39D-EAD1464C3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141101"/>
              </p:ext>
            </p:extLst>
          </p:nvPr>
        </p:nvGraphicFramePr>
        <p:xfrm>
          <a:off x="231140" y="1092200"/>
          <a:ext cx="11729718" cy="48955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3716">
                  <a:extLst>
                    <a:ext uri="{9D8B030D-6E8A-4147-A177-3AD203B41FA5}">
                      <a16:colId xmlns:a16="http://schemas.microsoft.com/office/drawing/2014/main" val="2640188392"/>
                    </a:ext>
                  </a:extLst>
                </a:gridCol>
                <a:gridCol w="1624405">
                  <a:extLst>
                    <a:ext uri="{9D8B030D-6E8A-4147-A177-3AD203B41FA5}">
                      <a16:colId xmlns:a16="http://schemas.microsoft.com/office/drawing/2014/main" val="1327524214"/>
                    </a:ext>
                  </a:extLst>
                </a:gridCol>
                <a:gridCol w="1613647">
                  <a:extLst>
                    <a:ext uri="{9D8B030D-6E8A-4147-A177-3AD203B41FA5}">
                      <a16:colId xmlns:a16="http://schemas.microsoft.com/office/drawing/2014/main" val="2739514104"/>
                    </a:ext>
                  </a:extLst>
                </a:gridCol>
                <a:gridCol w="1420010">
                  <a:extLst>
                    <a:ext uri="{9D8B030D-6E8A-4147-A177-3AD203B41FA5}">
                      <a16:colId xmlns:a16="http://schemas.microsoft.com/office/drawing/2014/main" val="2771808287"/>
                    </a:ext>
                  </a:extLst>
                </a:gridCol>
                <a:gridCol w="1312433">
                  <a:extLst>
                    <a:ext uri="{9D8B030D-6E8A-4147-A177-3AD203B41FA5}">
                      <a16:colId xmlns:a16="http://schemas.microsoft.com/office/drawing/2014/main" val="739419258"/>
                    </a:ext>
                  </a:extLst>
                </a:gridCol>
                <a:gridCol w="1807284">
                  <a:extLst>
                    <a:ext uri="{9D8B030D-6E8A-4147-A177-3AD203B41FA5}">
                      <a16:colId xmlns:a16="http://schemas.microsoft.com/office/drawing/2014/main" val="4121963693"/>
                    </a:ext>
                  </a:extLst>
                </a:gridCol>
                <a:gridCol w="2978223">
                  <a:extLst>
                    <a:ext uri="{9D8B030D-6E8A-4147-A177-3AD203B41FA5}">
                      <a16:colId xmlns:a16="http://schemas.microsoft.com/office/drawing/2014/main" val="2212698742"/>
                    </a:ext>
                  </a:extLst>
                </a:gridCol>
              </a:tblGrid>
              <a:tr h="3576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Employee ID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Racker Name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Current Manager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New Manager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New Cost Center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Function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Notes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745458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X74783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  <a:endParaRPr lang="en-US" sz="11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Guy Cotton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Chetan Gupta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RackAI – Engineering Lead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002705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24501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Edward Kerr</a:t>
                      </a:r>
                      <a:endParaRPr lang="en-US" sz="11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Bryan Litchford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Chetan Gupta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Inferencing – Product Lead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73793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15673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Erik Ljungstrom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Inference and Serving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583284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21589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Abhimanyu Sharma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AI Inference and Serving</a:t>
                      </a: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949450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39598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Pandiyaraja Ramamoorthy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Akshay Ravi Jadhav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AI Inference and Serving</a:t>
                      </a: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638977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39651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Mohammed Imran Kasab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Akshay Ravi Jadhav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AI Inference and Serving</a:t>
                      </a: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47234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28057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Alberto Ferrer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Amine Badaoui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AI Inference and Serving</a:t>
                      </a: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R/C as Inference Optimization Engineer IV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697202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39290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Deshna Shah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Amine Badaoui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AI Inference and Serving</a:t>
                      </a: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R/C as Inference Optimization Engineer IV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82997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39448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Paavan Shanbhag (C)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AI Inference and Serving</a:t>
                      </a: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P9 Contractor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79104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39450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Ajay Bedre (C)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Paavan Shanbhag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AI Inference and Serving</a:t>
                      </a: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P9 Contractor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750727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39449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Kim Nguy (C)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Paavan Shanbhag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AI Inference and Serving</a:t>
                      </a: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P9 Contractor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619892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39475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Neelava Chaterjee (C)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Paavan Shanbhag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AI Inference and Serving</a:t>
                      </a: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P9 Contractor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499219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39467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Rajendra Gosavi (C)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Paavan Shanbhag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AI Inference and Serving</a:t>
                      </a: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P9 Contractor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228942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39476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Rohit Rajak (C)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Paavan Shanbhag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AI Inference and Serving</a:t>
                      </a:r>
                      <a:endParaRPr lang="en-US" sz="11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P9 Contractor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977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51F52D8-37ED-844F-9B6D-59ACFC9C5156}"/>
              </a:ext>
            </a:extLst>
          </p:cNvPr>
          <p:cNvSpPr/>
          <p:nvPr/>
        </p:nvSpPr>
        <p:spPr>
          <a:xfrm>
            <a:off x="231140" y="1471931"/>
            <a:ext cx="11729720" cy="45719"/>
          </a:xfrm>
          <a:prstGeom prst="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CABF0-806F-6B9E-05E7-E74FE2CB848F}"/>
              </a:ext>
            </a:extLst>
          </p:cNvPr>
          <p:cNvSpPr txBox="1"/>
          <p:nvPr/>
        </p:nvSpPr>
        <p:spPr>
          <a:xfrm>
            <a:off x="4152452" y="6488211"/>
            <a:ext cx="6798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/>
              <a:t>Note:</a:t>
            </a:r>
            <a:r>
              <a:rPr lang="en-US" sz="1400"/>
              <a:t> Assumes new Cost Center will be created for BU / Org / Sub-org</a:t>
            </a:r>
          </a:p>
        </p:txBody>
      </p:sp>
    </p:spTree>
    <p:extLst>
      <p:ext uri="{BB962C8B-B14F-4D97-AF65-F5344CB8AC3E}">
        <p14:creationId xmlns:p14="http://schemas.microsoft.com/office/powerpoint/2010/main" val="4073125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C3F6-6F66-AE48-F723-412264E58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E8AB3C75-7F5F-010E-5171-B077F8CA2089}"/>
              </a:ext>
            </a:extLst>
          </p:cNvPr>
          <p:cNvSpPr txBox="1"/>
          <p:nvPr/>
        </p:nvSpPr>
        <p:spPr>
          <a:xfrm>
            <a:off x="508000" y="292914"/>
            <a:ext cx="1687332" cy="18968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1200" b="1">
                <a:solidFill>
                  <a:srgbClr val="1C7293"/>
                </a:solidFill>
                <a:latin typeface="Calibri"/>
                <a:cs typeface="Calibri"/>
              </a:rPr>
              <a:t>CORE PILLAR — RACKAI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01CB66-AB78-1E23-1EE3-7E4BC6195753}"/>
              </a:ext>
            </a:extLst>
          </p:cNvPr>
          <p:cNvSpPr txBox="1"/>
          <p:nvPr/>
        </p:nvSpPr>
        <p:spPr>
          <a:xfrm>
            <a:off x="508000" y="508000"/>
            <a:ext cx="6866191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600" b="1">
                <a:solidFill>
                  <a:srgbClr val="21295C"/>
                </a:solidFill>
                <a:latin typeface="Cambria"/>
              </a:rPr>
              <a:t>RackAI — Resourcing Asks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60C57D0-890D-60EA-7CA5-354502AE445C}"/>
              </a:ext>
            </a:extLst>
          </p:cNvPr>
          <p:cNvSpPr txBox="1"/>
          <p:nvPr/>
        </p:nvSpPr>
        <p:spPr>
          <a:xfrm>
            <a:off x="508000" y="6553200"/>
            <a:ext cx="3193845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900">
                <a:solidFill>
                  <a:srgbClr val="5C7A88"/>
                </a:solidFill>
                <a:latin typeface="Calibri"/>
                <a:cs typeface="Calibri"/>
              </a:rPr>
              <a:t>Rackspace Technology  |  Confidential — Internal Strategy Draft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967C2E-D240-364A-330E-7D7C502A9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325269"/>
              </p:ext>
            </p:extLst>
          </p:nvPr>
        </p:nvGraphicFramePr>
        <p:xfrm>
          <a:off x="121920" y="1083263"/>
          <a:ext cx="11978640" cy="5398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91781"/>
                    </a:ext>
                  </a:extLst>
                </a:gridCol>
                <a:gridCol w="3683918">
                  <a:extLst>
                    <a:ext uri="{9D8B030D-6E8A-4147-A177-3AD203B41FA5}">
                      <a16:colId xmlns:a16="http://schemas.microsoft.com/office/drawing/2014/main" val="1327524214"/>
                    </a:ext>
                  </a:extLst>
                </a:gridCol>
                <a:gridCol w="1228051">
                  <a:extLst>
                    <a:ext uri="{9D8B030D-6E8A-4147-A177-3AD203B41FA5}">
                      <a16:colId xmlns:a16="http://schemas.microsoft.com/office/drawing/2014/main" val="644658038"/>
                    </a:ext>
                  </a:extLst>
                </a:gridCol>
                <a:gridCol w="1230923">
                  <a:extLst>
                    <a:ext uri="{9D8B030D-6E8A-4147-A177-3AD203B41FA5}">
                      <a16:colId xmlns:a16="http://schemas.microsoft.com/office/drawing/2014/main" val="3315540478"/>
                    </a:ext>
                  </a:extLst>
                </a:gridCol>
                <a:gridCol w="2754923">
                  <a:extLst>
                    <a:ext uri="{9D8B030D-6E8A-4147-A177-3AD203B41FA5}">
                      <a16:colId xmlns:a16="http://schemas.microsoft.com/office/drawing/2014/main" val="313308682"/>
                    </a:ext>
                  </a:extLst>
                </a:gridCol>
                <a:gridCol w="832339">
                  <a:extLst>
                    <a:ext uri="{9D8B030D-6E8A-4147-A177-3AD203B41FA5}">
                      <a16:colId xmlns:a16="http://schemas.microsoft.com/office/drawing/2014/main" val="3633555515"/>
                    </a:ext>
                  </a:extLst>
                </a:gridCol>
                <a:gridCol w="1608406">
                  <a:extLst>
                    <a:ext uri="{9D8B030D-6E8A-4147-A177-3AD203B41FA5}">
                      <a16:colId xmlns:a16="http://schemas.microsoft.com/office/drawing/2014/main" val="910305840"/>
                    </a:ext>
                  </a:extLst>
                </a:gridCol>
              </a:tblGrid>
              <a:tr h="5927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Priority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Role</a:t>
                      </a:r>
                      <a:endParaRPr lang="en-US" sz="135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Location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5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Hiring Manager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Function</a:t>
                      </a:r>
                      <a:endParaRPr lang="en-US" sz="135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Internal Candidate</a:t>
                      </a:r>
                      <a:endParaRPr lang="en-US" sz="135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  <a:cs typeface="Calibri"/>
                        </a:rPr>
                        <a:t>Notes</a:t>
                      </a:r>
                      <a:endParaRPr lang="en-US" sz="135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31750" cap="flat" cmpd="sng" algn="ctr">
                      <a:solidFill>
                        <a:srgbClr val="1C7293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745458"/>
                  </a:ext>
                </a:extLst>
              </a:tr>
              <a:tr h="197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Director, AI Inference and Serving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US | UK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Inference and Serving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317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002705"/>
                  </a:ext>
                </a:extLst>
              </a:tr>
              <a:tr h="2199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Director, AI Harness, Orchestration and Governance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US | UK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Harness, Orchestration and Governance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1C7293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73793"/>
                  </a:ext>
                </a:extLst>
              </a:tr>
              <a:tr h="2199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9524" marR="9524" marT="9524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Senior Manager, Model Inferencing and Fine-Tuning</a:t>
                      </a:r>
                    </a:p>
                  </a:txBody>
                  <a:tcPr marL="9524" marR="9524" marT="9524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C9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US | UK</a:t>
                      </a:r>
                    </a:p>
                  </a:txBody>
                  <a:tcPr marL="9524" marR="9524" marT="9524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4" marR="9524" marT="9524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C9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Inference and Serving</a:t>
                      </a:r>
                    </a:p>
                  </a:txBody>
                  <a:tcPr marL="9524" marR="9524" marT="9524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C9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1C7293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4" marR="9524" marT="9524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C9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4" marR="9524" marT="9524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C9D6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71658"/>
                  </a:ext>
                </a:extLst>
              </a:tr>
              <a:tr h="2199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4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Principal Engineer, AI Harness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4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+mn-lt"/>
                          <a:cs typeface="Calibri"/>
                        </a:rPr>
                        <a:t>US | UK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4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4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Harness, Orchestration and Governance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4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1C7293"/>
                          </a:solidFill>
                          <a:effectLst/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4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4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583284"/>
                  </a:ext>
                </a:extLst>
              </a:tr>
              <a:tr h="2199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Chief Architect</a:t>
                      </a: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+mn-lt"/>
                          <a:cs typeface="Calibri"/>
                        </a:rPr>
                        <a:t>, AI Orchestration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+mn-lt"/>
                          <a:cs typeface="Calibri"/>
                        </a:rPr>
                        <a:t>US | UK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Harness, Orchestration and Governance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1C7293"/>
                          </a:solidFill>
                          <a:effectLst/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949450"/>
                  </a:ext>
                </a:extLst>
              </a:tr>
              <a:tr h="2199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Chief Architect, AI Partner Integrations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+mn-lt"/>
                          <a:cs typeface="Calibri"/>
                        </a:rPr>
                        <a:t>US | UK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Partner Integrations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1C7293"/>
                          </a:solidFill>
                          <a:effectLst/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697202"/>
                  </a:ext>
                </a:extLst>
              </a:tr>
              <a:tr h="2199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Lead Solutions Architect, Sovereign AI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UK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Partner Integrations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1C7293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979888"/>
                  </a:ext>
                </a:extLst>
              </a:tr>
              <a:tr h="2199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Governance Engineer V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US | UK |MX | 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Harness, Orchestration and Governance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1C7293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490652"/>
                  </a:ext>
                </a:extLst>
              </a:tr>
              <a:tr h="2089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Assurance Engineer V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+mn-lt"/>
                          <a:cs typeface="Calibri"/>
                        </a:rPr>
                        <a:t>US | UK |MX | 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Harness, Orchestration and Governance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1C7293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725792"/>
                  </a:ext>
                </a:extLst>
              </a:tr>
              <a:tr h="197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Inference Optimization Engineer IV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+mn-lt"/>
                          <a:cs typeface="Calibri"/>
                        </a:rPr>
                        <a:t>US | UK |MX | 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Inference and Serving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82997"/>
                  </a:ext>
                </a:extLst>
              </a:tr>
              <a:tr h="197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Inference Optimization Engineer V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+mn-lt"/>
                          <a:cs typeface="Calibri"/>
                        </a:rPr>
                        <a:t>US | UK |MX | 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Inference and Serving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79104"/>
                  </a:ext>
                </a:extLst>
              </a:tr>
              <a:tr h="2089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Quality Engineer V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Harness, Orchestration and Governance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750727"/>
                  </a:ext>
                </a:extLst>
              </a:tr>
              <a:tr h="2089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13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Quality Engineer V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Harness, Orchestration and Governance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619892"/>
                  </a:ext>
                </a:extLst>
              </a:tr>
              <a:tr h="2089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14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[OPEN REQ] Software Developer IV (R-23629)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Inference and Serving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Move to Inference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86879"/>
                  </a:ext>
                </a:extLst>
              </a:tr>
              <a:tr h="2089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[HGS] Software Developer IV – UI (C)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IN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Inference and Serving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652887"/>
                  </a:ext>
                </a:extLst>
              </a:tr>
              <a:tr h="208961"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[HGS] Software Developer III (C)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Inference and Serving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Move to Inference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845349"/>
                  </a:ext>
                </a:extLst>
              </a:tr>
              <a:tr h="208961"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17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[HGS] Software Developer III (C)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Jovan Rajapakse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AI Inference and Serving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B2B2B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Move to Inference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691324"/>
                  </a:ext>
                </a:extLst>
              </a:tr>
              <a:tr h="2089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Technical Program Manager V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Chetan Gupta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Technical Program Management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499219"/>
                  </a:ext>
                </a:extLst>
              </a:tr>
              <a:tr h="2089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Product Manager, Harness &amp; Orchestration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Chetan Gupta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Product Management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615357"/>
                  </a:ext>
                </a:extLst>
              </a:tr>
              <a:tr h="197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Product Manager, AI Governance &amp; Assurance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Chetan Gupta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Product Management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228942"/>
                  </a:ext>
                </a:extLst>
              </a:tr>
              <a:tr h="197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Product Manager, AI Partnerships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Chetan Gupta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Product Management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97712"/>
                  </a:ext>
                </a:extLst>
              </a:tr>
              <a:tr h="197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Product Manager, RackAI Internal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Chetan Gupta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Product Management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1C7293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426008"/>
                  </a:ext>
                </a:extLst>
              </a:tr>
              <a:tr h="197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solidFill>
                            <a:srgbClr val="2B2B2B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Product Manager, UK Sovereign AI</a:t>
                      </a: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2B2B2B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Chetan Gupta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2B2B2B"/>
                          </a:solidFill>
                          <a:effectLst/>
                          <a:latin typeface="Calibri"/>
                          <a:cs typeface="Calibri"/>
                        </a:rPr>
                        <a:t>Product Management</a:t>
                      </a: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1" i="0" u="none" strike="noStrike">
                        <a:solidFill>
                          <a:srgbClr val="1C7293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2B2B2B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36283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2F43578-8BCD-577C-3AE4-A4780D00CA39}"/>
              </a:ext>
            </a:extLst>
          </p:cNvPr>
          <p:cNvSpPr/>
          <p:nvPr/>
        </p:nvSpPr>
        <p:spPr>
          <a:xfrm>
            <a:off x="91440" y="1616662"/>
            <a:ext cx="11978640" cy="45719"/>
          </a:xfrm>
          <a:prstGeom prst="rect">
            <a:avLst/>
          </a:prstGeom>
          <a:solidFill>
            <a:srgbClr val="1C729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59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D8AA4-C13E-DC42-F53B-5D0FAAC5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680EF7-7BFB-39CA-0649-287321785176}"/>
              </a:ext>
            </a:extLst>
          </p:cNvPr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B2354"/>
          </a:solidFill>
          <a:ln w="12700">
            <a:solidFill>
              <a:srgbClr val="1B23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C7FFDA-429C-8D19-DE82-B5BDDDB92FD4}"/>
              </a:ext>
            </a:extLst>
          </p:cNvPr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200" normalizeH="0" baseline="0" noProof="0">
                <a:ln>
                  <a:noFill/>
                </a:ln>
                <a:solidFill>
                  <a:srgbClr val="6FA9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RACKSPACE AI CLOUD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C783F9-0FDA-FF3A-819F-C924570C5BE5}"/>
              </a:ext>
            </a:extLst>
          </p:cNvPr>
          <p:cNvSpPr/>
          <p:nvPr/>
        </p:nvSpPr>
        <p:spPr>
          <a:xfrm>
            <a:off x="822960" y="23774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RackAI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3AB641-BFCF-4FC8-D7CB-1543BCDAF93D}"/>
              </a:ext>
            </a:extLst>
          </p:cNvPr>
          <p:cNvSpPr/>
          <p:nvPr/>
        </p:nvSpPr>
        <p:spPr>
          <a:xfrm>
            <a:off x="82296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FB7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Leadership Review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2D4C6B9-D6BD-E755-F599-0127F43BFD11}"/>
              </a:ext>
            </a:extLst>
          </p:cNvPr>
          <p:cNvSpPr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C86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Strategy Draft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54052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9F13F0-B0FF-6945-B95F-16D3307976F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8ecc4369-ac4a-4246-9f25-f511bd9ce0b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2C14B45DD4C644BC96213ACB087480" ma:contentTypeVersion="3" ma:contentTypeDescription="Create a new document." ma:contentTypeScope="" ma:versionID="a73f04db5aba893f1d779be7421a2bb8">
  <xsd:schema xmlns:xsd="http://www.w3.org/2001/XMLSchema" xmlns:xs="http://www.w3.org/2001/XMLSchema" xmlns:p="http://schemas.microsoft.com/office/2006/metadata/properties" xmlns:ns2="39c84f24-a008-4cce-bb9c-5ad717601f75" targetNamespace="http://schemas.microsoft.com/office/2006/metadata/properties" ma:root="true" ma:fieldsID="7a3862965fe48b1ad119faff3af803b7" ns2:_="">
    <xsd:import namespace="39c84f24-a008-4cce-bb9c-5ad717601f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c84f24-a008-4cce-bb9c-5ad717601f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B866F5-7957-4166-A230-2103E61C0C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6E1C49-4E97-406A-9462-ABBE430BD9A5}">
  <ds:schemaRefs>
    <ds:schemaRef ds:uri="39c84f24-a008-4cce-bb9c-5ad717601f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D2CB41A-2DA7-4622-AD83-E8B4DF33D9FC}">
  <ds:schemaRefs>
    <ds:schemaRef ds:uri="39c84f24-a008-4cce-bb9c-5ad717601f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7f09a8f-df31-4464-b100-d09a5dbff5c8}" enabled="1" method="Standard" siteId="{570057f4-73ef-41c8-bcbb-08db2fc15c2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 Rajapakse</dc:creator>
  <cp:revision>1</cp:revision>
  <dcterms:created xsi:type="dcterms:W3CDTF">2026-09-10T21:19:55Z</dcterms:created>
  <dcterms:modified xsi:type="dcterms:W3CDTF">2026-09-16T18:26:44Z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0x010100432C14B45DD4C644BC96213ACB087480</vt:lpwstr>
  </property>
</Properties>
</file>